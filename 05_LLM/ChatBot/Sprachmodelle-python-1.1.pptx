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4" r:id="rId3"/>
    <p:sldId id="258" r:id="rId4"/>
    <p:sldId id="272" r:id="rId5"/>
    <p:sldId id="265" r:id="rId6"/>
    <p:sldId id="260" r:id="rId7"/>
    <p:sldId id="277" r:id="rId8"/>
    <p:sldId id="278" r:id="rId9"/>
    <p:sldId id="262" r:id="rId10"/>
    <p:sldId id="279" r:id="rId11"/>
    <p:sldId id="270" r:id="rId12"/>
    <p:sldId id="268" r:id="rId13"/>
    <p:sldId id="280" r:id="rId14"/>
    <p:sldId id="281" r:id="rId15"/>
    <p:sldId id="282" r:id="rId16"/>
    <p:sldId id="283" r:id="rId17"/>
    <p:sldId id="284" r:id="rId18"/>
    <p:sldId id="285" r:id="rId19"/>
    <p:sldId id="286"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660"/>
  </p:normalViewPr>
  <p:slideViewPr>
    <p:cSldViewPr snapToGrid="0">
      <p:cViewPr varScale="1">
        <p:scale>
          <a:sx n="91" d="100"/>
          <a:sy n="91" d="100"/>
        </p:scale>
        <p:origin x="17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de-DE"/>
              <a:t>Mastertitelformat bearbeiten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CD686ADE-2DB8-45E8-8E80-D2CC5C6B0A5E}" type="datetimeFigureOut">
              <a:rPr lang="de-DE" smtClean="0"/>
              <a:t>24.05.2026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689451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CD686ADE-2DB8-45E8-8E80-D2CC5C6B0A5E}" type="datetimeFigureOut">
              <a:rPr lang="de-DE" smtClean="0"/>
              <a:t>24.05.2026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2583867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de-DE"/>
              <a:t>Mastertitelformat bearbeiten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CD686ADE-2DB8-45E8-8E80-D2CC5C6B0A5E}" type="datetimeFigureOut">
              <a:rPr lang="de-DE" smtClean="0"/>
              <a:t>24.05.2026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3077329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CD686ADE-2DB8-45E8-8E80-D2CC5C6B0A5E}" type="datetimeFigureOut">
              <a:rPr lang="de-DE" smtClean="0"/>
              <a:t>24.05.2026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3169152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de-DE"/>
              <a:t>Mastertitelformat bearbeiten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29842" y="2505075"/>
            <a:ext cx="3868340"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4629150" y="2505075"/>
            <a:ext cx="3887391"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CD686ADE-2DB8-45E8-8E80-D2CC5C6B0A5E}" type="datetimeFigureOut">
              <a:rPr lang="de-DE" smtClean="0"/>
              <a:t>24.05.2026</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1655090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CD686ADE-2DB8-45E8-8E80-D2CC5C6B0A5E}" type="datetimeFigureOut">
              <a:rPr lang="de-DE" smtClean="0"/>
              <a:t>24.05.2026</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4050949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686ADE-2DB8-45E8-8E80-D2CC5C6B0A5E}" type="datetimeFigureOut">
              <a:rPr lang="de-DE" smtClean="0"/>
              <a:t>24.05.2026</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4068661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CD686ADE-2DB8-45E8-8E80-D2CC5C6B0A5E}" type="datetimeFigureOut">
              <a:rPr lang="de-DE" smtClean="0"/>
              <a:t>24.05.2026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358796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CD686ADE-2DB8-45E8-8E80-D2CC5C6B0A5E}" type="datetimeFigureOut">
              <a:rPr lang="de-DE" smtClean="0"/>
              <a:t>24.05.2026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2878696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CD686ADE-2DB8-45E8-8E80-D2CC5C6B0A5E}" type="datetimeFigureOut">
              <a:rPr lang="de-DE" smtClean="0"/>
              <a:t>24.05.2026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3103876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CD686ADE-2DB8-45E8-8E80-D2CC5C6B0A5E}" type="datetimeFigureOut">
              <a:rPr lang="de-DE" smtClean="0"/>
              <a:t>24.05.2026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3CC6439A-8240-4364-BDC0-1F556AC22195}" type="slidenum">
              <a:rPr lang="de-DE" smtClean="0"/>
              <a:t>‹Nr.›</a:t>
            </a:fld>
            <a:endParaRPr lang="de-DE"/>
          </a:p>
        </p:txBody>
      </p:sp>
    </p:spTree>
    <p:extLst>
      <p:ext uri="{BB962C8B-B14F-4D97-AF65-F5344CB8AC3E}">
        <p14:creationId xmlns:p14="http://schemas.microsoft.com/office/powerpoint/2010/main" val="4076058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686ADE-2DB8-45E8-8E80-D2CC5C6B0A5E}" type="datetimeFigureOut">
              <a:rPr lang="de-DE" smtClean="0"/>
              <a:t>24.05.2026</a:t>
            </a:fld>
            <a:endParaRPr lang="de-DE"/>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C6439A-8240-4364-BDC0-1F556AC22195}" type="slidenum">
              <a:rPr lang="de-DE" smtClean="0"/>
              <a:t>‹Nr.›</a:t>
            </a:fld>
            <a:endParaRPr lang="de-DE"/>
          </a:p>
        </p:txBody>
      </p:sp>
    </p:spTree>
    <p:extLst>
      <p:ext uri="{BB962C8B-B14F-4D97-AF65-F5344CB8AC3E}">
        <p14:creationId xmlns:p14="http://schemas.microsoft.com/office/powerpoint/2010/main" val="10033871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AABD68-B543-3270-3A0E-4B7B60B48851}"/>
              </a:ext>
            </a:extLst>
          </p:cNvPr>
          <p:cNvSpPr>
            <a:spLocks noGrp="1"/>
          </p:cNvSpPr>
          <p:nvPr>
            <p:ph type="ctrTitle"/>
          </p:nvPr>
        </p:nvSpPr>
        <p:spPr/>
        <p:txBody>
          <a:bodyPr>
            <a:normAutofit/>
          </a:bodyPr>
          <a:lstStyle/>
          <a:p>
            <a:r>
              <a:rPr lang="de-DE" dirty="0"/>
              <a:t>Lokale Sprachmodelle</a:t>
            </a:r>
          </a:p>
        </p:txBody>
      </p:sp>
      <p:sp>
        <p:nvSpPr>
          <p:cNvPr id="3" name="Untertitel 2">
            <a:extLst>
              <a:ext uri="{FF2B5EF4-FFF2-40B4-BE49-F238E27FC236}">
                <a16:creationId xmlns:a16="http://schemas.microsoft.com/office/drawing/2014/main" id="{D6846A91-AE50-4E6D-55CE-3CF51CFD0BB2}"/>
              </a:ext>
            </a:extLst>
          </p:cNvPr>
          <p:cNvSpPr>
            <a:spLocks noGrp="1"/>
          </p:cNvSpPr>
          <p:nvPr>
            <p:ph type="subTitle" idx="1"/>
          </p:nvPr>
        </p:nvSpPr>
        <p:spPr/>
        <p:txBody>
          <a:bodyPr/>
          <a:lstStyle/>
          <a:p>
            <a:r>
              <a:rPr lang="de-DE" dirty="0"/>
              <a:t>mit </a:t>
            </a:r>
            <a:r>
              <a:rPr lang="de-DE" dirty="0" err="1"/>
              <a:t>GTP4All</a:t>
            </a:r>
            <a:endParaRPr lang="de-DE" dirty="0"/>
          </a:p>
        </p:txBody>
      </p:sp>
    </p:spTree>
    <p:extLst>
      <p:ext uri="{BB962C8B-B14F-4D97-AF65-F5344CB8AC3E}">
        <p14:creationId xmlns:p14="http://schemas.microsoft.com/office/powerpoint/2010/main" val="4187693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DA733-C516-25BC-97D1-2A40799F01F1}"/>
              </a:ext>
            </a:extLst>
          </p:cNvPr>
          <p:cNvSpPr>
            <a:spLocks noGrp="1"/>
          </p:cNvSpPr>
          <p:nvPr>
            <p:ph type="title"/>
          </p:nvPr>
        </p:nvSpPr>
        <p:spPr>
          <a:xfrm>
            <a:off x="606675" y="160051"/>
            <a:ext cx="7930341" cy="1068421"/>
          </a:xfrm>
        </p:spPr>
        <p:txBody>
          <a:bodyPr>
            <a:normAutofit/>
          </a:bodyPr>
          <a:lstStyle/>
          <a:p>
            <a:r>
              <a:rPr lang="de-DE" dirty="0"/>
              <a:t>Arbeitsweise</a:t>
            </a:r>
          </a:p>
        </p:txBody>
      </p:sp>
      <p:sp>
        <p:nvSpPr>
          <p:cNvPr id="5" name="Textfeld 4">
            <a:extLst>
              <a:ext uri="{FF2B5EF4-FFF2-40B4-BE49-F238E27FC236}">
                <a16:creationId xmlns:a16="http://schemas.microsoft.com/office/drawing/2014/main" id="{7EB360C5-947A-A0BC-95DC-8B11CB2E1B9E}"/>
              </a:ext>
            </a:extLst>
          </p:cNvPr>
          <p:cNvSpPr txBox="1"/>
          <p:nvPr/>
        </p:nvSpPr>
        <p:spPr>
          <a:xfrm>
            <a:off x="1770920" y="1447784"/>
            <a:ext cx="1314275" cy="300211"/>
          </a:xfrm>
          <a:prstGeom prst="rect">
            <a:avLst/>
          </a:prstGeom>
          <a:noFill/>
        </p:spPr>
        <p:txBody>
          <a:bodyPr wrap="square" rtlCol="0">
            <a:noAutofit/>
          </a:bodyPr>
          <a:lstStyle/>
          <a:p>
            <a:r>
              <a:rPr lang="de-DE" sz="1600" i="1" dirty="0"/>
              <a:t>Prompt</a:t>
            </a:r>
            <a:r>
              <a:rPr lang="de-DE" sz="1350" i="1" dirty="0"/>
              <a:t>:</a:t>
            </a:r>
          </a:p>
        </p:txBody>
      </p:sp>
      <p:sp>
        <p:nvSpPr>
          <p:cNvPr id="6" name="Rechteck 5">
            <a:extLst>
              <a:ext uri="{FF2B5EF4-FFF2-40B4-BE49-F238E27FC236}">
                <a16:creationId xmlns:a16="http://schemas.microsoft.com/office/drawing/2014/main" id="{559DF7E8-AA6E-F99C-1AF0-C813E352E086}"/>
              </a:ext>
            </a:extLst>
          </p:cNvPr>
          <p:cNvSpPr/>
          <p:nvPr/>
        </p:nvSpPr>
        <p:spPr>
          <a:xfrm>
            <a:off x="2599316" y="1471665"/>
            <a:ext cx="2553032" cy="26134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Erzähle eine Geschichte!</a:t>
            </a:r>
          </a:p>
        </p:txBody>
      </p:sp>
      <p:grpSp>
        <p:nvGrpSpPr>
          <p:cNvPr id="10" name="Gruppieren 9">
            <a:extLst>
              <a:ext uri="{FF2B5EF4-FFF2-40B4-BE49-F238E27FC236}">
                <a16:creationId xmlns:a16="http://schemas.microsoft.com/office/drawing/2014/main" id="{CCBA000A-F864-B0CB-8527-D27C9EC36D88}"/>
              </a:ext>
            </a:extLst>
          </p:cNvPr>
          <p:cNvGrpSpPr>
            <a:grpSpLocks noChangeAspect="1"/>
          </p:cNvGrpSpPr>
          <p:nvPr/>
        </p:nvGrpSpPr>
        <p:grpSpPr>
          <a:xfrm>
            <a:off x="3710258" y="1956896"/>
            <a:ext cx="335078" cy="335078"/>
            <a:chOff x="5606452" y="5019764"/>
            <a:chExt cx="816429" cy="891487"/>
          </a:xfrm>
        </p:grpSpPr>
        <p:sp>
          <p:nvSpPr>
            <p:cNvPr id="8" name="Stern: 10 Zacken 7">
              <a:extLst>
                <a:ext uri="{FF2B5EF4-FFF2-40B4-BE49-F238E27FC236}">
                  <a16:creationId xmlns:a16="http://schemas.microsoft.com/office/drawing/2014/main" id="{0424816C-31C5-8E0A-59EC-9ACD21718EE0}"/>
                </a:ext>
              </a:extLst>
            </p:cNvPr>
            <p:cNvSpPr/>
            <p:nvPr/>
          </p:nvSpPr>
          <p:spPr>
            <a:xfrm>
              <a:off x="5606452" y="5019764"/>
              <a:ext cx="816429" cy="891487"/>
            </a:xfrm>
            <a:prstGeom prst="star10">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de-DE" sz="1350">
                <a:solidFill>
                  <a:schemeClr val="tx1"/>
                </a:solidFill>
              </a:endParaRPr>
            </a:p>
          </p:txBody>
        </p:sp>
        <p:sp>
          <p:nvSpPr>
            <p:cNvPr id="9" name="Ellipse 8">
              <a:extLst>
                <a:ext uri="{FF2B5EF4-FFF2-40B4-BE49-F238E27FC236}">
                  <a16:creationId xmlns:a16="http://schemas.microsoft.com/office/drawing/2014/main" id="{F13E3D04-1A58-9F25-0F1D-F243AE6E3FC6}"/>
                </a:ext>
              </a:extLst>
            </p:cNvPr>
            <p:cNvSpPr/>
            <p:nvPr/>
          </p:nvSpPr>
          <p:spPr>
            <a:xfrm>
              <a:off x="5800473" y="5242636"/>
              <a:ext cx="428387" cy="44574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de-DE" sz="1350">
                <a:solidFill>
                  <a:schemeClr val="tx1"/>
                </a:solidFill>
              </a:endParaRPr>
            </a:p>
          </p:txBody>
        </p:sp>
      </p:grpSp>
      <p:sp>
        <p:nvSpPr>
          <p:cNvPr id="11" name="Textfeld 10">
            <a:extLst>
              <a:ext uri="{FF2B5EF4-FFF2-40B4-BE49-F238E27FC236}">
                <a16:creationId xmlns:a16="http://schemas.microsoft.com/office/drawing/2014/main" id="{CA1A6076-7888-4129-0453-C5F0C7D3D187}"/>
              </a:ext>
            </a:extLst>
          </p:cNvPr>
          <p:cNvSpPr txBox="1"/>
          <p:nvPr/>
        </p:nvSpPr>
        <p:spPr>
          <a:xfrm>
            <a:off x="4033582" y="1866315"/>
            <a:ext cx="1314275" cy="300211"/>
          </a:xfrm>
          <a:prstGeom prst="rect">
            <a:avLst/>
          </a:prstGeom>
          <a:noFill/>
        </p:spPr>
        <p:txBody>
          <a:bodyPr wrap="square" rtlCol="0">
            <a:noAutofit/>
          </a:bodyPr>
          <a:lstStyle/>
          <a:p>
            <a:r>
              <a:rPr lang="de-DE" sz="1600" dirty="0" err="1"/>
              <a:t>Tokenizer</a:t>
            </a:r>
            <a:endParaRPr lang="de-DE" sz="1600" dirty="0"/>
          </a:p>
        </p:txBody>
      </p:sp>
      <p:sp>
        <p:nvSpPr>
          <p:cNvPr id="37" name="Textfeld 36">
            <a:extLst>
              <a:ext uri="{FF2B5EF4-FFF2-40B4-BE49-F238E27FC236}">
                <a16:creationId xmlns:a16="http://schemas.microsoft.com/office/drawing/2014/main" id="{48C61C3D-AF2C-9F04-BCE1-5C46899ECAAE}"/>
              </a:ext>
            </a:extLst>
          </p:cNvPr>
          <p:cNvSpPr txBox="1"/>
          <p:nvPr/>
        </p:nvSpPr>
        <p:spPr>
          <a:xfrm>
            <a:off x="1483911" y="3543198"/>
            <a:ext cx="1531031" cy="457200"/>
          </a:xfrm>
          <a:prstGeom prst="rect">
            <a:avLst/>
          </a:prstGeom>
          <a:noFill/>
        </p:spPr>
        <p:txBody>
          <a:bodyPr wrap="square" rtlCol="0">
            <a:noAutofit/>
          </a:bodyPr>
          <a:lstStyle/>
          <a:p>
            <a:r>
              <a:rPr lang="de-DE" sz="1200" i="1" dirty="0">
                <a:solidFill>
                  <a:srgbClr val="FF0000"/>
                </a:solidFill>
              </a:rPr>
              <a:t>Die Zahl der Input-Tokens ist begrenzt!</a:t>
            </a:r>
          </a:p>
        </p:txBody>
      </p:sp>
      <p:grpSp>
        <p:nvGrpSpPr>
          <p:cNvPr id="294" name="Gruppieren 293">
            <a:extLst>
              <a:ext uri="{FF2B5EF4-FFF2-40B4-BE49-F238E27FC236}">
                <a16:creationId xmlns:a16="http://schemas.microsoft.com/office/drawing/2014/main" id="{CCAB7569-0961-0E7D-E697-BCF37B7D82DB}"/>
              </a:ext>
            </a:extLst>
          </p:cNvPr>
          <p:cNvGrpSpPr/>
          <p:nvPr/>
        </p:nvGrpSpPr>
        <p:grpSpPr>
          <a:xfrm>
            <a:off x="2210920" y="2577281"/>
            <a:ext cx="3172014" cy="248464"/>
            <a:chOff x="2995413" y="2254752"/>
            <a:chExt cx="3431248" cy="331285"/>
          </a:xfrm>
        </p:grpSpPr>
        <p:sp>
          <p:nvSpPr>
            <p:cNvPr id="60" name="Rechteck 59">
              <a:extLst>
                <a:ext uri="{FF2B5EF4-FFF2-40B4-BE49-F238E27FC236}">
                  <a16:creationId xmlns:a16="http://schemas.microsoft.com/office/drawing/2014/main" id="{984C13CA-1223-1C1C-9F71-9BD1A01CB52F}"/>
                </a:ext>
              </a:extLst>
            </p:cNvPr>
            <p:cNvSpPr/>
            <p:nvPr/>
          </p:nvSpPr>
          <p:spPr>
            <a:xfrm>
              <a:off x="2995413" y="2254752"/>
              <a:ext cx="263485"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Er</a:t>
              </a:r>
            </a:p>
          </p:txBody>
        </p:sp>
        <p:sp>
          <p:nvSpPr>
            <p:cNvPr id="61" name="Rechteck 60">
              <a:extLst>
                <a:ext uri="{FF2B5EF4-FFF2-40B4-BE49-F238E27FC236}">
                  <a16:creationId xmlns:a16="http://schemas.microsoft.com/office/drawing/2014/main" id="{93099301-2026-F51D-A6B6-600E56D01494}"/>
                </a:ext>
              </a:extLst>
            </p:cNvPr>
            <p:cNvSpPr/>
            <p:nvPr/>
          </p:nvSpPr>
          <p:spPr>
            <a:xfrm>
              <a:off x="5249430" y="2254752"/>
              <a:ext cx="705648"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de-DE" sz="1600" dirty="0" err="1">
                  <a:solidFill>
                    <a:schemeClr val="tx1"/>
                  </a:solidFill>
                </a:rPr>
                <a:t>schich</a:t>
              </a:r>
              <a:endParaRPr lang="de-DE" sz="1600" dirty="0">
                <a:solidFill>
                  <a:schemeClr val="tx1"/>
                </a:solidFill>
              </a:endParaRPr>
            </a:p>
          </p:txBody>
        </p:sp>
        <p:sp>
          <p:nvSpPr>
            <p:cNvPr id="62" name="Rechteck 61">
              <a:extLst>
                <a:ext uri="{FF2B5EF4-FFF2-40B4-BE49-F238E27FC236}">
                  <a16:creationId xmlns:a16="http://schemas.microsoft.com/office/drawing/2014/main" id="{F4EE6A2D-86A9-3534-95BA-7FB4F04EFE6C}"/>
                </a:ext>
              </a:extLst>
            </p:cNvPr>
            <p:cNvSpPr/>
            <p:nvPr/>
          </p:nvSpPr>
          <p:spPr>
            <a:xfrm>
              <a:off x="5955078" y="2254753"/>
              <a:ext cx="279578" cy="3312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noAutofit/>
            </a:bodyPr>
            <a:lstStyle/>
            <a:p>
              <a:pPr algn="ctr"/>
              <a:r>
                <a:rPr lang="de-DE" sz="1600" dirty="0" err="1">
                  <a:solidFill>
                    <a:schemeClr val="tx1"/>
                  </a:solidFill>
                </a:rPr>
                <a:t>te</a:t>
              </a:r>
              <a:endParaRPr lang="de-DE" sz="1600" dirty="0">
                <a:solidFill>
                  <a:schemeClr val="tx1"/>
                </a:solidFill>
              </a:endParaRPr>
            </a:p>
          </p:txBody>
        </p:sp>
        <p:sp>
          <p:nvSpPr>
            <p:cNvPr id="63" name="Rechteck 62">
              <a:extLst>
                <a:ext uri="{FF2B5EF4-FFF2-40B4-BE49-F238E27FC236}">
                  <a16:creationId xmlns:a16="http://schemas.microsoft.com/office/drawing/2014/main" id="{A41E92FD-AEC9-9F5D-35EF-BE790F180322}"/>
                </a:ext>
              </a:extLst>
            </p:cNvPr>
            <p:cNvSpPr/>
            <p:nvPr/>
          </p:nvSpPr>
          <p:spPr>
            <a:xfrm>
              <a:off x="6234656" y="2254752"/>
              <a:ext cx="192005"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de-DE" sz="1600" dirty="0">
                  <a:solidFill>
                    <a:schemeClr val="tx1"/>
                  </a:solidFill>
                </a:rPr>
                <a:t>!</a:t>
              </a:r>
            </a:p>
          </p:txBody>
        </p:sp>
        <p:sp>
          <p:nvSpPr>
            <p:cNvPr id="64" name="Rechteck 63">
              <a:extLst>
                <a:ext uri="{FF2B5EF4-FFF2-40B4-BE49-F238E27FC236}">
                  <a16:creationId xmlns:a16="http://schemas.microsoft.com/office/drawing/2014/main" id="{14729F4F-0785-CF93-CDA2-0C7B7E42222C}"/>
                </a:ext>
              </a:extLst>
            </p:cNvPr>
            <p:cNvSpPr/>
            <p:nvPr/>
          </p:nvSpPr>
          <p:spPr>
            <a:xfrm>
              <a:off x="4847279" y="2254752"/>
              <a:ext cx="402151"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Ge</a:t>
              </a:r>
            </a:p>
          </p:txBody>
        </p:sp>
        <p:sp>
          <p:nvSpPr>
            <p:cNvPr id="65" name="Rechteck 64">
              <a:extLst>
                <a:ext uri="{FF2B5EF4-FFF2-40B4-BE49-F238E27FC236}">
                  <a16:creationId xmlns:a16="http://schemas.microsoft.com/office/drawing/2014/main" id="{E940F28F-5E6D-0CA8-CAE5-883BD53F513E}"/>
                </a:ext>
              </a:extLst>
            </p:cNvPr>
            <p:cNvSpPr/>
            <p:nvPr/>
          </p:nvSpPr>
          <p:spPr>
            <a:xfrm>
              <a:off x="4112212" y="2254752"/>
              <a:ext cx="471583"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eine</a:t>
              </a:r>
            </a:p>
          </p:txBody>
        </p:sp>
        <p:sp>
          <p:nvSpPr>
            <p:cNvPr id="66" name="Rechteck 65">
              <a:extLst>
                <a:ext uri="{FF2B5EF4-FFF2-40B4-BE49-F238E27FC236}">
                  <a16:creationId xmlns:a16="http://schemas.microsoft.com/office/drawing/2014/main" id="{D2982B94-3BD9-8186-4630-B00811D2D868}"/>
                </a:ext>
              </a:extLst>
            </p:cNvPr>
            <p:cNvSpPr/>
            <p:nvPr/>
          </p:nvSpPr>
          <p:spPr>
            <a:xfrm>
              <a:off x="3258898" y="2254752"/>
              <a:ext cx="589830"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zähle</a:t>
              </a:r>
            </a:p>
          </p:txBody>
        </p:sp>
        <p:sp>
          <p:nvSpPr>
            <p:cNvPr id="67" name="Rechteck 66">
              <a:extLst>
                <a:ext uri="{FF2B5EF4-FFF2-40B4-BE49-F238E27FC236}">
                  <a16:creationId xmlns:a16="http://schemas.microsoft.com/office/drawing/2014/main" id="{3136EAEB-EE04-21D8-52B6-1DC910D249D5}"/>
                </a:ext>
              </a:extLst>
            </p:cNvPr>
            <p:cNvSpPr/>
            <p:nvPr/>
          </p:nvSpPr>
          <p:spPr>
            <a:xfrm>
              <a:off x="3848727" y="2254752"/>
              <a:ext cx="263485"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de-DE" sz="1350" dirty="0">
                  <a:solidFill>
                    <a:schemeClr val="tx1"/>
                  </a:solidFill>
                </a:rPr>
                <a:t> </a:t>
              </a:r>
            </a:p>
          </p:txBody>
        </p:sp>
        <p:sp>
          <p:nvSpPr>
            <p:cNvPr id="68" name="Rechteck 67">
              <a:extLst>
                <a:ext uri="{FF2B5EF4-FFF2-40B4-BE49-F238E27FC236}">
                  <a16:creationId xmlns:a16="http://schemas.microsoft.com/office/drawing/2014/main" id="{67325358-4718-224B-C569-A03EF47FDACF}"/>
                </a:ext>
              </a:extLst>
            </p:cNvPr>
            <p:cNvSpPr/>
            <p:nvPr/>
          </p:nvSpPr>
          <p:spPr>
            <a:xfrm>
              <a:off x="4583795" y="2254752"/>
              <a:ext cx="263484"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de-DE" sz="1350" dirty="0">
                  <a:solidFill>
                    <a:schemeClr val="tx1"/>
                  </a:solidFill>
                </a:rPr>
                <a:t> </a:t>
              </a:r>
            </a:p>
          </p:txBody>
        </p:sp>
      </p:grpSp>
      <p:grpSp>
        <p:nvGrpSpPr>
          <p:cNvPr id="295" name="Gruppieren 294">
            <a:extLst>
              <a:ext uri="{FF2B5EF4-FFF2-40B4-BE49-F238E27FC236}">
                <a16:creationId xmlns:a16="http://schemas.microsoft.com/office/drawing/2014/main" id="{848CF1A9-C048-CEDB-AD34-704CA2C84BEA}"/>
              </a:ext>
            </a:extLst>
          </p:cNvPr>
          <p:cNvGrpSpPr/>
          <p:nvPr/>
        </p:nvGrpSpPr>
        <p:grpSpPr>
          <a:xfrm>
            <a:off x="2210920" y="2825744"/>
            <a:ext cx="3172014" cy="248464"/>
            <a:chOff x="2995413" y="2586037"/>
            <a:chExt cx="3431248" cy="331285"/>
          </a:xfrm>
        </p:grpSpPr>
        <p:sp>
          <p:nvSpPr>
            <p:cNvPr id="69" name="Rechteck 68">
              <a:extLst>
                <a:ext uri="{FF2B5EF4-FFF2-40B4-BE49-F238E27FC236}">
                  <a16:creationId xmlns:a16="http://schemas.microsoft.com/office/drawing/2014/main" id="{92741FA0-E66A-9301-A8DA-21F547082ABF}"/>
                </a:ext>
              </a:extLst>
            </p:cNvPr>
            <p:cNvSpPr/>
            <p:nvPr/>
          </p:nvSpPr>
          <p:spPr>
            <a:xfrm>
              <a:off x="2995413" y="2586037"/>
              <a:ext cx="263485"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4</a:t>
              </a:r>
            </a:p>
          </p:txBody>
        </p:sp>
        <p:sp>
          <p:nvSpPr>
            <p:cNvPr id="70" name="Rechteck 69">
              <a:extLst>
                <a:ext uri="{FF2B5EF4-FFF2-40B4-BE49-F238E27FC236}">
                  <a16:creationId xmlns:a16="http://schemas.microsoft.com/office/drawing/2014/main" id="{39371601-48F1-D391-0607-699540CE7686}"/>
                </a:ext>
              </a:extLst>
            </p:cNvPr>
            <p:cNvSpPr/>
            <p:nvPr/>
          </p:nvSpPr>
          <p:spPr>
            <a:xfrm>
              <a:off x="5249430" y="2586037"/>
              <a:ext cx="705648"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de-DE" sz="1600" dirty="0">
                  <a:solidFill>
                    <a:schemeClr val="tx1"/>
                  </a:solidFill>
                </a:rPr>
                <a:t>13</a:t>
              </a:r>
            </a:p>
          </p:txBody>
        </p:sp>
        <p:sp>
          <p:nvSpPr>
            <p:cNvPr id="71" name="Rechteck 70">
              <a:extLst>
                <a:ext uri="{FF2B5EF4-FFF2-40B4-BE49-F238E27FC236}">
                  <a16:creationId xmlns:a16="http://schemas.microsoft.com/office/drawing/2014/main" id="{63F304A0-B92B-4873-321E-AE8C6BC085F3}"/>
                </a:ext>
              </a:extLst>
            </p:cNvPr>
            <p:cNvSpPr/>
            <p:nvPr/>
          </p:nvSpPr>
          <p:spPr>
            <a:xfrm>
              <a:off x="5955078" y="2586038"/>
              <a:ext cx="279578" cy="3312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noAutofit/>
            </a:bodyPr>
            <a:lstStyle/>
            <a:p>
              <a:pPr algn="ctr"/>
              <a:r>
                <a:rPr lang="de-DE" sz="1600" dirty="0">
                  <a:solidFill>
                    <a:schemeClr val="tx1"/>
                  </a:solidFill>
                </a:rPr>
                <a:t>2</a:t>
              </a:r>
            </a:p>
          </p:txBody>
        </p:sp>
        <p:sp>
          <p:nvSpPr>
            <p:cNvPr id="72" name="Rechteck 71">
              <a:extLst>
                <a:ext uri="{FF2B5EF4-FFF2-40B4-BE49-F238E27FC236}">
                  <a16:creationId xmlns:a16="http://schemas.microsoft.com/office/drawing/2014/main" id="{417C24AF-8FBF-F1B6-35A0-9B0647E769F3}"/>
                </a:ext>
              </a:extLst>
            </p:cNvPr>
            <p:cNvSpPr/>
            <p:nvPr/>
          </p:nvSpPr>
          <p:spPr>
            <a:xfrm>
              <a:off x="6234656" y="2586037"/>
              <a:ext cx="192005"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de-DE" sz="1600" dirty="0">
                  <a:solidFill>
                    <a:schemeClr val="tx1"/>
                  </a:solidFill>
                </a:rPr>
                <a:t>7</a:t>
              </a:r>
            </a:p>
          </p:txBody>
        </p:sp>
        <p:sp>
          <p:nvSpPr>
            <p:cNvPr id="73" name="Rechteck 72">
              <a:extLst>
                <a:ext uri="{FF2B5EF4-FFF2-40B4-BE49-F238E27FC236}">
                  <a16:creationId xmlns:a16="http://schemas.microsoft.com/office/drawing/2014/main" id="{948B035D-924C-2D49-1E1C-87D8BBF6C7D2}"/>
                </a:ext>
              </a:extLst>
            </p:cNvPr>
            <p:cNvSpPr/>
            <p:nvPr/>
          </p:nvSpPr>
          <p:spPr>
            <a:xfrm>
              <a:off x="4847279" y="2586037"/>
              <a:ext cx="402151"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11</a:t>
              </a:r>
            </a:p>
          </p:txBody>
        </p:sp>
        <p:sp>
          <p:nvSpPr>
            <p:cNvPr id="74" name="Rechteck 73">
              <a:extLst>
                <a:ext uri="{FF2B5EF4-FFF2-40B4-BE49-F238E27FC236}">
                  <a16:creationId xmlns:a16="http://schemas.microsoft.com/office/drawing/2014/main" id="{3B5F5BC8-3C04-D4F0-CA2C-F519D81CB7DC}"/>
                </a:ext>
              </a:extLst>
            </p:cNvPr>
            <p:cNvSpPr/>
            <p:nvPr/>
          </p:nvSpPr>
          <p:spPr>
            <a:xfrm>
              <a:off x="4112212" y="2586037"/>
              <a:ext cx="471583"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46</a:t>
              </a:r>
            </a:p>
          </p:txBody>
        </p:sp>
        <p:sp>
          <p:nvSpPr>
            <p:cNvPr id="75" name="Rechteck 74">
              <a:extLst>
                <a:ext uri="{FF2B5EF4-FFF2-40B4-BE49-F238E27FC236}">
                  <a16:creationId xmlns:a16="http://schemas.microsoft.com/office/drawing/2014/main" id="{BDA9DF98-152A-3285-0A7C-633CE43075EF}"/>
                </a:ext>
              </a:extLst>
            </p:cNvPr>
            <p:cNvSpPr/>
            <p:nvPr/>
          </p:nvSpPr>
          <p:spPr>
            <a:xfrm>
              <a:off x="3258898" y="2586037"/>
              <a:ext cx="589830"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41</a:t>
              </a:r>
            </a:p>
          </p:txBody>
        </p:sp>
        <p:sp>
          <p:nvSpPr>
            <p:cNvPr id="76" name="Rechteck 75">
              <a:extLst>
                <a:ext uri="{FF2B5EF4-FFF2-40B4-BE49-F238E27FC236}">
                  <a16:creationId xmlns:a16="http://schemas.microsoft.com/office/drawing/2014/main" id="{3D869461-F73F-A80D-D1A6-9CDA586D368F}"/>
                </a:ext>
              </a:extLst>
            </p:cNvPr>
            <p:cNvSpPr/>
            <p:nvPr/>
          </p:nvSpPr>
          <p:spPr>
            <a:xfrm>
              <a:off x="3848727" y="2586037"/>
              <a:ext cx="263485"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de-DE" sz="1600" dirty="0">
                  <a:solidFill>
                    <a:schemeClr val="tx1"/>
                  </a:solidFill>
                </a:rPr>
                <a:t>1</a:t>
              </a:r>
              <a:r>
                <a:rPr lang="de-DE" sz="1350" dirty="0">
                  <a:solidFill>
                    <a:schemeClr val="tx1"/>
                  </a:solidFill>
                </a:rPr>
                <a:t> </a:t>
              </a:r>
            </a:p>
          </p:txBody>
        </p:sp>
        <p:sp>
          <p:nvSpPr>
            <p:cNvPr id="77" name="Rechteck 76">
              <a:extLst>
                <a:ext uri="{FF2B5EF4-FFF2-40B4-BE49-F238E27FC236}">
                  <a16:creationId xmlns:a16="http://schemas.microsoft.com/office/drawing/2014/main" id="{771DE48B-85D1-4870-DAFD-0D1F2D201CCE}"/>
                </a:ext>
              </a:extLst>
            </p:cNvPr>
            <p:cNvSpPr/>
            <p:nvPr/>
          </p:nvSpPr>
          <p:spPr>
            <a:xfrm>
              <a:off x="4583795" y="2586037"/>
              <a:ext cx="263484" cy="3312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de-DE" sz="1600" dirty="0">
                  <a:solidFill>
                    <a:schemeClr val="tx1"/>
                  </a:solidFill>
                </a:rPr>
                <a:t>1</a:t>
              </a:r>
              <a:r>
                <a:rPr lang="de-DE" sz="1350" dirty="0">
                  <a:solidFill>
                    <a:schemeClr val="tx1"/>
                  </a:solidFill>
                </a:rPr>
                <a:t> </a:t>
              </a:r>
            </a:p>
          </p:txBody>
        </p:sp>
      </p:grpSp>
      <p:cxnSp>
        <p:nvCxnSpPr>
          <p:cNvPr id="141" name="Gerade Verbindung mit Pfeil 140">
            <a:extLst>
              <a:ext uri="{FF2B5EF4-FFF2-40B4-BE49-F238E27FC236}">
                <a16:creationId xmlns:a16="http://schemas.microsoft.com/office/drawing/2014/main" id="{B8758DD4-B2F8-0F86-3416-61F098069FE7}"/>
              </a:ext>
            </a:extLst>
          </p:cNvPr>
          <p:cNvCxnSpPr>
            <a:stCxn id="69" idx="2"/>
            <a:endCxn id="108" idx="0"/>
          </p:cNvCxnSpPr>
          <p:nvPr/>
        </p:nvCxnSpPr>
        <p:spPr>
          <a:xfrm>
            <a:off x="2332709" y="3074208"/>
            <a:ext cx="714609" cy="406999"/>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2" name="Gerade Verbindung mit Pfeil 141">
            <a:extLst>
              <a:ext uri="{FF2B5EF4-FFF2-40B4-BE49-F238E27FC236}">
                <a16:creationId xmlns:a16="http://schemas.microsoft.com/office/drawing/2014/main" id="{8B59F410-3CBA-4B6D-0265-F5EAF988C50D}"/>
              </a:ext>
            </a:extLst>
          </p:cNvPr>
          <p:cNvCxnSpPr>
            <a:cxnSpLocks/>
            <a:stCxn id="76" idx="2"/>
            <a:endCxn id="111" idx="0"/>
          </p:cNvCxnSpPr>
          <p:nvPr/>
        </p:nvCxnSpPr>
        <p:spPr>
          <a:xfrm>
            <a:off x="3121554" y="3074208"/>
            <a:ext cx="323528" cy="406998"/>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3" name="Gerade Verbindung mit Pfeil 142">
            <a:extLst>
              <a:ext uri="{FF2B5EF4-FFF2-40B4-BE49-F238E27FC236}">
                <a16:creationId xmlns:a16="http://schemas.microsoft.com/office/drawing/2014/main" id="{48F5B356-7DE1-429C-7B95-CF4D9F4A8F82}"/>
              </a:ext>
            </a:extLst>
          </p:cNvPr>
          <p:cNvCxnSpPr>
            <a:cxnSpLocks/>
            <a:stCxn id="74" idx="2"/>
            <a:endCxn id="112" idx="0"/>
          </p:cNvCxnSpPr>
          <p:nvPr/>
        </p:nvCxnSpPr>
        <p:spPr>
          <a:xfrm>
            <a:off x="3461321" y="3074208"/>
            <a:ext cx="116349" cy="40700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4" name="Gerade Verbindung mit Pfeil 143">
            <a:extLst>
              <a:ext uri="{FF2B5EF4-FFF2-40B4-BE49-F238E27FC236}">
                <a16:creationId xmlns:a16="http://schemas.microsoft.com/office/drawing/2014/main" id="{20B01148-22FB-3E36-23D7-A063A44350BF}"/>
              </a:ext>
            </a:extLst>
          </p:cNvPr>
          <p:cNvCxnSpPr>
            <a:cxnSpLocks/>
            <a:stCxn id="75" idx="2"/>
            <a:endCxn id="109" idx="0"/>
          </p:cNvCxnSpPr>
          <p:nvPr/>
        </p:nvCxnSpPr>
        <p:spPr>
          <a:xfrm>
            <a:off x="2727132" y="3074208"/>
            <a:ext cx="452774" cy="406998"/>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2" name="Gerade Verbindung mit Pfeil 151">
            <a:extLst>
              <a:ext uri="{FF2B5EF4-FFF2-40B4-BE49-F238E27FC236}">
                <a16:creationId xmlns:a16="http://schemas.microsoft.com/office/drawing/2014/main" id="{5D5AB5C3-0C36-86D7-29EE-6A536EB930BD}"/>
              </a:ext>
            </a:extLst>
          </p:cNvPr>
          <p:cNvCxnSpPr>
            <a:cxnSpLocks/>
            <a:stCxn id="77" idx="2"/>
            <a:endCxn id="113" idx="0"/>
          </p:cNvCxnSpPr>
          <p:nvPr/>
        </p:nvCxnSpPr>
        <p:spPr>
          <a:xfrm flipH="1">
            <a:off x="3710258" y="3074208"/>
            <a:ext cx="90829" cy="406999"/>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3" name="Gerade Verbindung mit Pfeil 152">
            <a:extLst>
              <a:ext uri="{FF2B5EF4-FFF2-40B4-BE49-F238E27FC236}">
                <a16:creationId xmlns:a16="http://schemas.microsoft.com/office/drawing/2014/main" id="{D5F9101D-1065-F468-77F4-DCF86FBF9FAA}"/>
              </a:ext>
            </a:extLst>
          </p:cNvPr>
          <p:cNvCxnSpPr>
            <a:cxnSpLocks/>
            <a:stCxn id="73" idx="2"/>
            <a:endCxn id="114" idx="0"/>
          </p:cNvCxnSpPr>
          <p:nvPr/>
        </p:nvCxnSpPr>
        <p:spPr>
          <a:xfrm flipH="1">
            <a:off x="3842846" y="3074208"/>
            <a:ext cx="265914" cy="406999"/>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4" name="Gerade Verbindung mit Pfeil 153">
            <a:extLst>
              <a:ext uri="{FF2B5EF4-FFF2-40B4-BE49-F238E27FC236}">
                <a16:creationId xmlns:a16="http://schemas.microsoft.com/office/drawing/2014/main" id="{0598739D-53DC-6E0C-61C2-E88229A271BD}"/>
              </a:ext>
            </a:extLst>
          </p:cNvPr>
          <p:cNvCxnSpPr>
            <a:cxnSpLocks/>
            <a:stCxn id="70" idx="2"/>
            <a:endCxn id="115" idx="0"/>
          </p:cNvCxnSpPr>
          <p:nvPr/>
        </p:nvCxnSpPr>
        <p:spPr>
          <a:xfrm flipH="1">
            <a:off x="3975434" y="3074208"/>
            <a:ext cx="645378" cy="406999"/>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1" name="Gerade Verbindung mit Pfeil 160">
            <a:extLst>
              <a:ext uri="{FF2B5EF4-FFF2-40B4-BE49-F238E27FC236}">
                <a16:creationId xmlns:a16="http://schemas.microsoft.com/office/drawing/2014/main" id="{0EDA6F3F-F938-750D-D825-82E817FA28EB}"/>
              </a:ext>
            </a:extLst>
          </p:cNvPr>
          <p:cNvCxnSpPr>
            <a:cxnSpLocks/>
            <a:stCxn id="71" idx="2"/>
            <a:endCxn id="116" idx="0"/>
          </p:cNvCxnSpPr>
          <p:nvPr/>
        </p:nvCxnSpPr>
        <p:spPr>
          <a:xfrm flipH="1">
            <a:off x="4108022" y="3074208"/>
            <a:ext cx="968186" cy="406999"/>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4" name="Gerade Verbindung mit Pfeil 163">
            <a:extLst>
              <a:ext uri="{FF2B5EF4-FFF2-40B4-BE49-F238E27FC236}">
                <a16:creationId xmlns:a16="http://schemas.microsoft.com/office/drawing/2014/main" id="{9C39689B-ECE5-9B4A-0327-39E5C64134AD}"/>
              </a:ext>
            </a:extLst>
          </p:cNvPr>
          <p:cNvCxnSpPr>
            <a:cxnSpLocks/>
            <a:stCxn id="72" idx="2"/>
            <a:endCxn id="117" idx="0"/>
          </p:cNvCxnSpPr>
          <p:nvPr/>
        </p:nvCxnSpPr>
        <p:spPr>
          <a:xfrm flipH="1">
            <a:off x="4240610" y="3074208"/>
            <a:ext cx="1053575" cy="406998"/>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86" name="Gruppieren 185">
            <a:extLst>
              <a:ext uri="{FF2B5EF4-FFF2-40B4-BE49-F238E27FC236}">
                <a16:creationId xmlns:a16="http://schemas.microsoft.com/office/drawing/2014/main" id="{EAB135D8-4804-141E-C956-E7BDA9C46856}"/>
              </a:ext>
            </a:extLst>
          </p:cNvPr>
          <p:cNvGrpSpPr/>
          <p:nvPr/>
        </p:nvGrpSpPr>
        <p:grpSpPr>
          <a:xfrm>
            <a:off x="3302892" y="4757428"/>
            <a:ext cx="1589642" cy="261343"/>
            <a:chOff x="2709394" y="2961000"/>
            <a:chExt cx="2119522" cy="468000"/>
          </a:xfrm>
        </p:grpSpPr>
        <p:sp>
          <p:nvSpPr>
            <p:cNvPr id="187" name="Rechteck 186">
              <a:extLst>
                <a:ext uri="{FF2B5EF4-FFF2-40B4-BE49-F238E27FC236}">
                  <a16:creationId xmlns:a16="http://schemas.microsoft.com/office/drawing/2014/main" id="{604875ED-A49A-270A-33F1-70768520FBFF}"/>
                </a:ext>
              </a:extLst>
            </p:cNvPr>
            <p:cNvSpPr/>
            <p:nvPr/>
          </p:nvSpPr>
          <p:spPr>
            <a:xfrm>
              <a:off x="2709394" y="2961000"/>
              <a:ext cx="263485" cy="46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de-DE" sz="1350" dirty="0">
                <a:solidFill>
                  <a:schemeClr val="tx1"/>
                </a:solidFill>
              </a:endParaRPr>
            </a:p>
          </p:txBody>
        </p:sp>
        <p:sp>
          <p:nvSpPr>
            <p:cNvPr id="188" name="Rechteck 187">
              <a:extLst>
                <a:ext uri="{FF2B5EF4-FFF2-40B4-BE49-F238E27FC236}">
                  <a16:creationId xmlns:a16="http://schemas.microsoft.com/office/drawing/2014/main" id="{D17B03A1-F560-867E-9D52-32245B7861FE}"/>
                </a:ext>
              </a:extLst>
            </p:cNvPr>
            <p:cNvSpPr/>
            <p:nvPr/>
          </p:nvSpPr>
          <p:spPr>
            <a:xfrm>
              <a:off x="2972879" y="2961000"/>
              <a:ext cx="263485" cy="46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de-DE" sz="1350" dirty="0">
                <a:solidFill>
                  <a:schemeClr val="tx1"/>
                </a:solidFill>
              </a:endParaRPr>
            </a:p>
          </p:txBody>
        </p:sp>
        <p:sp>
          <p:nvSpPr>
            <p:cNvPr id="189" name="Rechteck 188">
              <a:extLst>
                <a:ext uri="{FF2B5EF4-FFF2-40B4-BE49-F238E27FC236}">
                  <a16:creationId xmlns:a16="http://schemas.microsoft.com/office/drawing/2014/main" id="{12D0BD05-98E4-EE57-A720-0A882FB28AE8}"/>
                </a:ext>
              </a:extLst>
            </p:cNvPr>
            <p:cNvSpPr/>
            <p:nvPr/>
          </p:nvSpPr>
          <p:spPr>
            <a:xfrm>
              <a:off x="3236364" y="2961000"/>
              <a:ext cx="263485" cy="46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de-DE" sz="1350" dirty="0">
                <a:solidFill>
                  <a:schemeClr val="tx1"/>
                </a:solidFill>
              </a:endParaRPr>
            </a:p>
          </p:txBody>
        </p:sp>
        <p:sp>
          <p:nvSpPr>
            <p:cNvPr id="190" name="Rechteck 189">
              <a:extLst>
                <a:ext uri="{FF2B5EF4-FFF2-40B4-BE49-F238E27FC236}">
                  <a16:creationId xmlns:a16="http://schemas.microsoft.com/office/drawing/2014/main" id="{AB16A33F-28E9-985E-95EA-B0DDDBE47494}"/>
                </a:ext>
              </a:extLst>
            </p:cNvPr>
            <p:cNvSpPr/>
            <p:nvPr/>
          </p:nvSpPr>
          <p:spPr>
            <a:xfrm>
              <a:off x="3505670" y="2961000"/>
              <a:ext cx="263485" cy="46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de-DE" sz="1350" dirty="0">
                <a:solidFill>
                  <a:schemeClr val="tx1"/>
                </a:solidFill>
              </a:endParaRPr>
            </a:p>
          </p:txBody>
        </p:sp>
        <p:sp>
          <p:nvSpPr>
            <p:cNvPr id="191" name="Rechteck 190">
              <a:extLst>
                <a:ext uri="{FF2B5EF4-FFF2-40B4-BE49-F238E27FC236}">
                  <a16:creationId xmlns:a16="http://schemas.microsoft.com/office/drawing/2014/main" id="{C18E2F98-C748-6AEE-D7CC-58A4F5E31B9C}"/>
                </a:ext>
              </a:extLst>
            </p:cNvPr>
            <p:cNvSpPr/>
            <p:nvPr/>
          </p:nvSpPr>
          <p:spPr>
            <a:xfrm>
              <a:off x="3774976" y="2961000"/>
              <a:ext cx="263485" cy="46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de-DE" sz="1350" dirty="0">
                <a:solidFill>
                  <a:schemeClr val="tx1"/>
                </a:solidFill>
              </a:endParaRPr>
            </a:p>
          </p:txBody>
        </p:sp>
        <p:sp>
          <p:nvSpPr>
            <p:cNvPr id="192" name="Rechteck 191">
              <a:extLst>
                <a:ext uri="{FF2B5EF4-FFF2-40B4-BE49-F238E27FC236}">
                  <a16:creationId xmlns:a16="http://schemas.microsoft.com/office/drawing/2014/main" id="{27F91C11-72A9-3464-4072-8D021C6669C9}"/>
                </a:ext>
              </a:extLst>
            </p:cNvPr>
            <p:cNvSpPr/>
            <p:nvPr/>
          </p:nvSpPr>
          <p:spPr>
            <a:xfrm>
              <a:off x="4038461" y="2961000"/>
              <a:ext cx="263485" cy="46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de-DE" sz="1350" dirty="0">
                <a:solidFill>
                  <a:schemeClr val="tx1"/>
                </a:solidFill>
              </a:endParaRPr>
            </a:p>
          </p:txBody>
        </p:sp>
        <p:sp>
          <p:nvSpPr>
            <p:cNvPr id="193" name="Rechteck 192">
              <a:extLst>
                <a:ext uri="{FF2B5EF4-FFF2-40B4-BE49-F238E27FC236}">
                  <a16:creationId xmlns:a16="http://schemas.microsoft.com/office/drawing/2014/main" id="{1C103733-F046-ADB0-7B2F-A7EDEAE7FD18}"/>
                </a:ext>
              </a:extLst>
            </p:cNvPr>
            <p:cNvSpPr/>
            <p:nvPr/>
          </p:nvSpPr>
          <p:spPr>
            <a:xfrm>
              <a:off x="4301946" y="2961000"/>
              <a:ext cx="263485" cy="46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de-DE" sz="1350" dirty="0">
                <a:solidFill>
                  <a:schemeClr val="tx1"/>
                </a:solidFill>
              </a:endParaRPr>
            </a:p>
          </p:txBody>
        </p:sp>
        <p:sp>
          <p:nvSpPr>
            <p:cNvPr id="194" name="Rechteck 193">
              <a:extLst>
                <a:ext uri="{FF2B5EF4-FFF2-40B4-BE49-F238E27FC236}">
                  <a16:creationId xmlns:a16="http://schemas.microsoft.com/office/drawing/2014/main" id="{5A25C3E6-0BFE-0407-F7BF-44AA80AE74EE}"/>
                </a:ext>
              </a:extLst>
            </p:cNvPr>
            <p:cNvSpPr/>
            <p:nvPr/>
          </p:nvSpPr>
          <p:spPr>
            <a:xfrm>
              <a:off x="4565431" y="2961000"/>
              <a:ext cx="263485" cy="46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de-DE" sz="1350" dirty="0">
                <a:solidFill>
                  <a:schemeClr val="tx1"/>
                </a:solidFill>
              </a:endParaRPr>
            </a:p>
          </p:txBody>
        </p:sp>
      </p:grpSp>
      <p:sp>
        <p:nvSpPr>
          <p:cNvPr id="195" name="Textfeld 194">
            <a:extLst>
              <a:ext uri="{FF2B5EF4-FFF2-40B4-BE49-F238E27FC236}">
                <a16:creationId xmlns:a16="http://schemas.microsoft.com/office/drawing/2014/main" id="{5D77D196-971A-61BA-B951-F5BFA686655F}"/>
              </a:ext>
            </a:extLst>
          </p:cNvPr>
          <p:cNvSpPr txBox="1"/>
          <p:nvPr/>
        </p:nvSpPr>
        <p:spPr>
          <a:xfrm>
            <a:off x="2133203" y="5898696"/>
            <a:ext cx="1314275" cy="300211"/>
          </a:xfrm>
          <a:prstGeom prst="rect">
            <a:avLst/>
          </a:prstGeom>
          <a:noFill/>
        </p:spPr>
        <p:txBody>
          <a:bodyPr wrap="square" rtlCol="0">
            <a:noAutofit/>
          </a:bodyPr>
          <a:lstStyle/>
          <a:p>
            <a:r>
              <a:rPr lang="de-DE" sz="1600" i="1" dirty="0"/>
              <a:t>Antwort:</a:t>
            </a:r>
          </a:p>
        </p:txBody>
      </p:sp>
      <p:cxnSp>
        <p:nvCxnSpPr>
          <p:cNvPr id="197" name="Verbinder: gewinkelt 196">
            <a:extLst>
              <a:ext uri="{FF2B5EF4-FFF2-40B4-BE49-F238E27FC236}">
                <a16:creationId xmlns:a16="http://schemas.microsoft.com/office/drawing/2014/main" id="{303C0175-F69B-0FBF-6A4F-9F80673E1427}"/>
              </a:ext>
            </a:extLst>
          </p:cNvPr>
          <p:cNvCxnSpPr>
            <a:cxnSpLocks/>
            <a:stCxn id="79" idx="3"/>
            <a:endCxn id="187" idx="1"/>
          </p:cNvCxnSpPr>
          <p:nvPr/>
        </p:nvCxnSpPr>
        <p:spPr>
          <a:xfrm flipH="1">
            <a:off x="3302892" y="3819679"/>
            <a:ext cx="2798607" cy="1068421"/>
          </a:xfrm>
          <a:prstGeom prst="bentConnector5">
            <a:avLst>
              <a:gd name="adj1" fmla="val -8168"/>
              <a:gd name="adj2" fmla="val 59725"/>
              <a:gd name="adj3" fmla="val 108168"/>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4" name="Gerade Verbindung mit Pfeil 203">
            <a:extLst>
              <a:ext uri="{FF2B5EF4-FFF2-40B4-BE49-F238E27FC236}">
                <a16:creationId xmlns:a16="http://schemas.microsoft.com/office/drawing/2014/main" id="{F74F076F-F9F0-1E15-A78C-7F95CA55FB9B}"/>
              </a:ext>
            </a:extLst>
          </p:cNvPr>
          <p:cNvCxnSpPr>
            <a:cxnSpLocks/>
            <a:stCxn id="6" idx="2"/>
            <a:endCxn id="8" idx="8"/>
          </p:cNvCxnSpPr>
          <p:nvPr/>
        </p:nvCxnSpPr>
        <p:spPr>
          <a:xfrm>
            <a:off x="3875832" y="1733008"/>
            <a:ext cx="1965" cy="22388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9" name="Gerade Verbindung mit Pfeil 208">
            <a:extLst>
              <a:ext uri="{FF2B5EF4-FFF2-40B4-BE49-F238E27FC236}">
                <a16:creationId xmlns:a16="http://schemas.microsoft.com/office/drawing/2014/main" id="{3D6F1A63-91BD-70E0-0E09-8C2DD7A3F0C2}"/>
              </a:ext>
            </a:extLst>
          </p:cNvPr>
          <p:cNvCxnSpPr>
            <a:cxnSpLocks/>
            <a:stCxn id="8" idx="5"/>
            <a:endCxn id="60" idx="0"/>
          </p:cNvCxnSpPr>
          <p:nvPr/>
        </p:nvCxnSpPr>
        <p:spPr>
          <a:xfrm flipH="1">
            <a:off x="2332709" y="2176208"/>
            <a:ext cx="1377549" cy="40107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2" name="Gerade Verbindung mit Pfeil 211">
            <a:extLst>
              <a:ext uri="{FF2B5EF4-FFF2-40B4-BE49-F238E27FC236}">
                <a16:creationId xmlns:a16="http://schemas.microsoft.com/office/drawing/2014/main" id="{51A49027-2D82-FDF9-565A-8CF287845901}"/>
              </a:ext>
            </a:extLst>
          </p:cNvPr>
          <p:cNvCxnSpPr>
            <a:cxnSpLocks/>
            <a:stCxn id="8" idx="5"/>
            <a:endCxn id="66" idx="0"/>
          </p:cNvCxnSpPr>
          <p:nvPr/>
        </p:nvCxnSpPr>
        <p:spPr>
          <a:xfrm flipH="1">
            <a:off x="2727132" y="2176208"/>
            <a:ext cx="983126" cy="40107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5" name="Gerade Verbindung mit Pfeil 214">
            <a:extLst>
              <a:ext uri="{FF2B5EF4-FFF2-40B4-BE49-F238E27FC236}">
                <a16:creationId xmlns:a16="http://schemas.microsoft.com/office/drawing/2014/main" id="{91B111A9-29E7-0398-0297-EC689B9725E2}"/>
              </a:ext>
            </a:extLst>
          </p:cNvPr>
          <p:cNvCxnSpPr>
            <a:cxnSpLocks/>
            <a:stCxn id="8" idx="5"/>
            <a:endCxn id="67" idx="0"/>
          </p:cNvCxnSpPr>
          <p:nvPr/>
        </p:nvCxnSpPr>
        <p:spPr>
          <a:xfrm flipH="1">
            <a:off x="3121554" y="2176208"/>
            <a:ext cx="588704" cy="40107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9" name="Gerade Verbindung mit Pfeil 218">
            <a:extLst>
              <a:ext uri="{FF2B5EF4-FFF2-40B4-BE49-F238E27FC236}">
                <a16:creationId xmlns:a16="http://schemas.microsoft.com/office/drawing/2014/main" id="{427A29A2-BDF5-7D0E-4C13-976D2A373C93}"/>
              </a:ext>
            </a:extLst>
          </p:cNvPr>
          <p:cNvCxnSpPr>
            <a:cxnSpLocks/>
            <a:stCxn id="8" idx="4"/>
            <a:endCxn id="65" idx="0"/>
          </p:cNvCxnSpPr>
          <p:nvPr/>
        </p:nvCxnSpPr>
        <p:spPr>
          <a:xfrm flipH="1">
            <a:off x="3461321" y="2259977"/>
            <a:ext cx="312931" cy="317304"/>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2" name="Gerade Verbindung mit Pfeil 221">
            <a:extLst>
              <a:ext uri="{FF2B5EF4-FFF2-40B4-BE49-F238E27FC236}">
                <a16:creationId xmlns:a16="http://schemas.microsoft.com/office/drawing/2014/main" id="{978F3DAF-B3C6-FE49-2717-D4669CA31FE9}"/>
              </a:ext>
            </a:extLst>
          </p:cNvPr>
          <p:cNvCxnSpPr>
            <a:cxnSpLocks/>
            <a:stCxn id="8" idx="3"/>
            <a:endCxn id="68" idx="0"/>
          </p:cNvCxnSpPr>
          <p:nvPr/>
        </p:nvCxnSpPr>
        <p:spPr>
          <a:xfrm flipH="1">
            <a:off x="3801087" y="2291974"/>
            <a:ext cx="76710" cy="285307"/>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5" name="Gerade Verbindung mit Pfeil 224">
            <a:extLst>
              <a:ext uri="{FF2B5EF4-FFF2-40B4-BE49-F238E27FC236}">
                <a16:creationId xmlns:a16="http://schemas.microsoft.com/office/drawing/2014/main" id="{B393C339-5A86-1273-627B-D7545A88D145}"/>
              </a:ext>
            </a:extLst>
          </p:cNvPr>
          <p:cNvCxnSpPr>
            <a:cxnSpLocks/>
            <a:stCxn id="8" idx="1"/>
            <a:endCxn id="64" idx="0"/>
          </p:cNvCxnSpPr>
          <p:nvPr/>
        </p:nvCxnSpPr>
        <p:spPr>
          <a:xfrm>
            <a:off x="4045336" y="2176208"/>
            <a:ext cx="63424" cy="40107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8" name="Gerade Verbindung mit Pfeil 227">
            <a:extLst>
              <a:ext uri="{FF2B5EF4-FFF2-40B4-BE49-F238E27FC236}">
                <a16:creationId xmlns:a16="http://schemas.microsoft.com/office/drawing/2014/main" id="{77409FE0-4C62-73F8-4D63-07DB6AA62C1B}"/>
              </a:ext>
            </a:extLst>
          </p:cNvPr>
          <p:cNvCxnSpPr>
            <a:cxnSpLocks/>
            <a:stCxn id="8" idx="1"/>
            <a:endCxn id="61" idx="0"/>
          </p:cNvCxnSpPr>
          <p:nvPr/>
        </p:nvCxnSpPr>
        <p:spPr>
          <a:xfrm>
            <a:off x="4045336" y="2176208"/>
            <a:ext cx="575476" cy="40107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1" name="Gerade Verbindung mit Pfeil 230">
            <a:extLst>
              <a:ext uri="{FF2B5EF4-FFF2-40B4-BE49-F238E27FC236}">
                <a16:creationId xmlns:a16="http://schemas.microsoft.com/office/drawing/2014/main" id="{2FBCC402-F31E-0730-E72F-460EC36F14E5}"/>
              </a:ext>
            </a:extLst>
          </p:cNvPr>
          <p:cNvCxnSpPr>
            <a:cxnSpLocks/>
            <a:stCxn id="8" idx="1"/>
            <a:endCxn id="62" idx="0"/>
          </p:cNvCxnSpPr>
          <p:nvPr/>
        </p:nvCxnSpPr>
        <p:spPr>
          <a:xfrm>
            <a:off x="4045336" y="2176208"/>
            <a:ext cx="1030872" cy="401074"/>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4" name="Gerade Verbindung mit Pfeil 233">
            <a:extLst>
              <a:ext uri="{FF2B5EF4-FFF2-40B4-BE49-F238E27FC236}">
                <a16:creationId xmlns:a16="http://schemas.microsoft.com/office/drawing/2014/main" id="{BC0FDB21-5C13-5E94-8592-72829E810BC1}"/>
              </a:ext>
            </a:extLst>
          </p:cNvPr>
          <p:cNvCxnSpPr>
            <a:cxnSpLocks/>
            <a:stCxn id="8" idx="1"/>
            <a:endCxn id="63" idx="0"/>
          </p:cNvCxnSpPr>
          <p:nvPr/>
        </p:nvCxnSpPr>
        <p:spPr>
          <a:xfrm>
            <a:off x="4045336" y="2176208"/>
            <a:ext cx="1248849" cy="40107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3" name="Textfeld 242">
            <a:extLst>
              <a:ext uri="{FF2B5EF4-FFF2-40B4-BE49-F238E27FC236}">
                <a16:creationId xmlns:a16="http://schemas.microsoft.com/office/drawing/2014/main" id="{C3C27084-5716-CEE7-A177-E256A19DE8CB}"/>
              </a:ext>
            </a:extLst>
          </p:cNvPr>
          <p:cNvSpPr txBox="1"/>
          <p:nvPr/>
        </p:nvSpPr>
        <p:spPr>
          <a:xfrm>
            <a:off x="4325868" y="5366952"/>
            <a:ext cx="1355017" cy="300211"/>
          </a:xfrm>
          <a:prstGeom prst="rect">
            <a:avLst/>
          </a:prstGeom>
          <a:noFill/>
        </p:spPr>
        <p:txBody>
          <a:bodyPr wrap="square" rtlCol="0">
            <a:noAutofit/>
          </a:bodyPr>
          <a:lstStyle/>
          <a:p>
            <a:r>
              <a:rPr lang="de-DE" sz="1600" dirty="0" err="1"/>
              <a:t>Detokenizer</a:t>
            </a:r>
            <a:endParaRPr lang="de-DE" sz="1600" dirty="0"/>
          </a:p>
        </p:txBody>
      </p:sp>
      <p:sp>
        <p:nvSpPr>
          <p:cNvPr id="244" name="Rechteck 243">
            <a:extLst>
              <a:ext uri="{FF2B5EF4-FFF2-40B4-BE49-F238E27FC236}">
                <a16:creationId xmlns:a16="http://schemas.microsoft.com/office/drawing/2014/main" id="{8C7615E7-F454-7D65-77F2-D51A7BF94769}"/>
              </a:ext>
            </a:extLst>
          </p:cNvPr>
          <p:cNvSpPr/>
          <p:nvPr/>
        </p:nvSpPr>
        <p:spPr>
          <a:xfrm>
            <a:off x="3080737" y="5918131"/>
            <a:ext cx="2054570" cy="26134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de-DE" sz="1600" dirty="0">
                <a:solidFill>
                  <a:schemeClr val="tx1"/>
                </a:solidFill>
              </a:rPr>
              <a:t>... </a:t>
            </a:r>
            <a:r>
              <a:rPr lang="de-DE" sz="1600" dirty="0" err="1">
                <a:solidFill>
                  <a:schemeClr val="tx1"/>
                </a:solidFill>
              </a:rPr>
              <a:t>bla</a:t>
            </a:r>
            <a:r>
              <a:rPr lang="de-DE" sz="1600" dirty="0">
                <a:solidFill>
                  <a:schemeClr val="tx1"/>
                </a:solidFill>
              </a:rPr>
              <a:t> </a:t>
            </a:r>
            <a:r>
              <a:rPr lang="de-DE" sz="1600" dirty="0" err="1">
                <a:solidFill>
                  <a:schemeClr val="tx1"/>
                </a:solidFill>
              </a:rPr>
              <a:t>bla</a:t>
            </a:r>
            <a:r>
              <a:rPr lang="de-DE" sz="1600" dirty="0">
                <a:solidFill>
                  <a:schemeClr val="tx1"/>
                </a:solidFill>
              </a:rPr>
              <a:t> </a:t>
            </a:r>
            <a:r>
              <a:rPr lang="de-DE" sz="1600" dirty="0" err="1">
                <a:solidFill>
                  <a:schemeClr val="tx1"/>
                </a:solidFill>
              </a:rPr>
              <a:t>bla</a:t>
            </a:r>
            <a:r>
              <a:rPr lang="de-DE" sz="1600" dirty="0">
                <a:solidFill>
                  <a:schemeClr val="tx1"/>
                </a:solidFill>
              </a:rPr>
              <a:t> ...</a:t>
            </a:r>
          </a:p>
        </p:txBody>
      </p:sp>
      <p:grpSp>
        <p:nvGrpSpPr>
          <p:cNvPr id="296" name="Gruppieren 295">
            <a:extLst>
              <a:ext uri="{FF2B5EF4-FFF2-40B4-BE49-F238E27FC236}">
                <a16:creationId xmlns:a16="http://schemas.microsoft.com/office/drawing/2014/main" id="{458E5F55-3731-4C6D-02F1-36D0353D72BE}"/>
              </a:ext>
            </a:extLst>
          </p:cNvPr>
          <p:cNvGrpSpPr/>
          <p:nvPr/>
        </p:nvGrpSpPr>
        <p:grpSpPr>
          <a:xfrm>
            <a:off x="2902120" y="3481205"/>
            <a:ext cx="3199379" cy="676946"/>
            <a:chOff x="3320752" y="3177162"/>
            <a:chExt cx="4265839" cy="902595"/>
          </a:xfrm>
        </p:grpSpPr>
        <p:sp>
          <p:nvSpPr>
            <p:cNvPr id="79" name="Rechteck 78">
              <a:extLst>
                <a:ext uri="{FF2B5EF4-FFF2-40B4-BE49-F238E27FC236}">
                  <a16:creationId xmlns:a16="http://schemas.microsoft.com/office/drawing/2014/main" id="{10C02C63-18FE-4EC2-75C3-CA4E89D96E1D}"/>
                </a:ext>
              </a:extLst>
            </p:cNvPr>
            <p:cNvSpPr/>
            <p:nvPr/>
          </p:nvSpPr>
          <p:spPr>
            <a:xfrm>
              <a:off x="3320752" y="3177164"/>
              <a:ext cx="4265839" cy="90259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de-DE" sz="1350" dirty="0">
                  <a:solidFill>
                    <a:schemeClr val="tx1"/>
                  </a:solidFill>
                </a:rPr>
                <a:t>Sprachmodell</a:t>
              </a:r>
            </a:p>
          </p:txBody>
        </p:sp>
        <p:grpSp>
          <p:nvGrpSpPr>
            <p:cNvPr id="107" name="Gruppieren 106">
              <a:extLst>
                <a:ext uri="{FF2B5EF4-FFF2-40B4-BE49-F238E27FC236}">
                  <a16:creationId xmlns:a16="http://schemas.microsoft.com/office/drawing/2014/main" id="{ABBED225-DEB3-7527-F8EB-DBF72334A460}"/>
                </a:ext>
              </a:extLst>
            </p:cNvPr>
            <p:cNvGrpSpPr/>
            <p:nvPr/>
          </p:nvGrpSpPr>
          <p:grpSpPr>
            <a:xfrm>
              <a:off x="3425957" y="3177162"/>
              <a:ext cx="4064292" cy="313047"/>
              <a:chOff x="2077430" y="3768630"/>
              <a:chExt cx="4064292" cy="351871"/>
            </a:xfrm>
          </p:grpSpPr>
          <p:sp>
            <p:nvSpPr>
              <p:cNvPr id="108" name="Rechteck 107">
                <a:extLst>
                  <a:ext uri="{FF2B5EF4-FFF2-40B4-BE49-F238E27FC236}">
                    <a16:creationId xmlns:a16="http://schemas.microsoft.com/office/drawing/2014/main" id="{16F4DBBA-5DF5-5BDB-29B4-A1B69BEAD4A3}"/>
                  </a:ext>
                </a:extLst>
              </p:cNvPr>
              <p:cNvSpPr/>
              <p:nvPr/>
            </p:nvSpPr>
            <p:spPr>
              <a:xfrm>
                <a:off x="2077430" y="3768633"/>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09" name="Rechteck 108">
                <a:extLst>
                  <a:ext uri="{FF2B5EF4-FFF2-40B4-BE49-F238E27FC236}">
                    <a16:creationId xmlns:a16="http://schemas.microsoft.com/office/drawing/2014/main" id="{A8733421-4F4F-FA7F-57C4-DDFD071D56F0}"/>
                  </a:ext>
                </a:extLst>
              </p:cNvPr>
              <p:cNvSpPr/>
              <p:nvPr/>
            </p:nvSpPr>
            <p:spPr>
              <a:xfrm>
                <a:off x="2254214" y="3768632"/>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0" name="Rechteck 109">
                <a:extLst>
                  <a:ext uri="{FF2B5EF4-FFF2-40B4-BE49-F238E27FC236}">
                    <a16:creationId xmlns:a16="http://schemas.microsoft.com/office/drawing/2014/main" id="{5D6143B5-5246-A10E-B0BC-4FA2430F00A5}"/>
                  </a:ext>
                </a:extLst>
              </p:cNvPr>
              <p:cNvSpPr/>
              <p:nvPr/>
            </p:nvSpPr>
            <p:spPr>
              <a:xfrm>
                <a:off x="2430998" y="3768632"/>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1" name="Rechteck 110">
                <a:extLst>
                  <a:ext uri="{FF2B5EF4-FFF2-40B4-BE49-F238E27FC236}">
                    <a16:creationId xmlns:a16="http://schemas.microsoft.com/office/drawing/2014/main" id="{1106E9E6-23A7-10EB-2473-A8CD6E63F8F8}"/>
                  </a:ext>
                </a:extLst>
              </p:cNvPr>
              <p:cNvSpPr/>
              <p:nvPr/>
            </p:nvSpPr>
            <p:spPr>
              <a:xfrm>
                <a:off x="2607782" y="3768632"/>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2" name="Rechteck 111">
                <a:extLst>
                  <a:ext uri="{FF2B5EF4-FFF2-40B4-BE49-F238E27FC236}">
                    <a16:creationId xmlns:a16="http://schemas.microsoft.com/office/drawing/2014/main" id="{CB1B14C9-52F1-0545-E56F-B1E1C7FEEDD3}"/>
                  </a:ext>
                </a:extLst>
              </p:cNvPr>
              <p:cNvSpPr/>
              <p:nvPr/>
            </p:nvSpPr>
            <p:spPr>
              <a:xfrm>
                <a:off x="2784566" y="3768634"/>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3" name="Rechteck 112">
                <a:extLst>
                  <a:ext uri="{FF2B5EF4-FFF2-40B4-BE49-F238E27FC236}">
                    <a16:creationId xmlns:a16="http://schemas.microsoft.com/office/drawing/2014/main" id="{20BA8570-447B-3985-8BBE-29BE49F7F3EA}"/>
                  </a:ext>
                </a:extLst>
              </p:cNvPr>
              <p:cNvSpPr/>
              <p:nvPr/>
            </p:nvSpPr>
            <p:spPr>
              <a:xfrm>
                <a:off x="2961350" y="3768633"/>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4" name="Rechteck 113">
                <a:extLst>
                  <a:ext uri="{FF2B5EF4-FFF2-40B4-BE49-F238E27FC236}">
                    <a16:creationId xmlns:a16="http://schemas.microsoft.com/office/drawing/2014/main" id="{F4EB1E8B-083D-E1E3-463F-C1F212E718FB}"/>
                  </a:ext>
                </a:extLst>
              </p:cNvPr>
              <p:cNvSpPr/>
              <p:nvPr/>
            </p:nvSpPr>
            <p:spPr>
              <a:xfrm>
                <a:off x="3138134" y="3768633"/>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5" name="Rechteck 114">
                <a:extLst>
                  <a:ext uri="{FF2B5EF4-FFF2-40B4-BE49-F238E27FC236}">
                    <a16:creationId xmlns:a16="http://schemas.microsoft.com/office/drawing/2014/main" id="{938D54AA-7615-C77C-70F8-81A8D4F147B7}"/>
                  </a:ext>
                </a:extLst>
              </p:cNvPr>
              <p:cNvSpPr/>
              <p:nvPr/>
            </p:nvSpPr>
            <p:spPr>
              <a:xfrm>
                <a:off x="3314918" y="3768633"/>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6" name="Rechteck 115">
                <a:extLst>
                  <a:ext uri="{FF2B5EF4-FFF2-40B4-BE49-F238E27FC236}">
                    <a16:creationId xmlns:a16="http://schemas.microsoft.com/office/drawing/2014/main" id="{DD22F223-05B7-60BA-F2E6-48C0D99D64C5}"/>
                  </a:ext>
                </a:extLst>
              </p:cNvPr>
              <p:cNvSpPr/>
              <p:nvPr/>
            </p:nvSpPr>
            <p:spPr>
              <a:xfrm>
                <a:off x="3491702" y="3768633"/>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7" name="Rechteck 116">
                <a:extLst>
                  <a:ext uri="{FF2B5EF4-FFF2-40B4-BE49-F238E27FC236}">
                    <a16:creationId xmlns:a16="http://schemas.microsoft.com/office/drawing/2014/main" id="{EED7A790-B43C-6F36-8BD8-5600ADD06D97}"/>
                  </a:ext>
                </a:extLst>
              </p:cNvPr>
              <p:cNvSpPr/>
              <p:nvPr/>
            </p:nvSpPr>
            <p:spPr>
              <a:xfrm>
                <a:off x="3668486" y="3768632"/>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8" name="Rechteck 117">
                <a:extLst>
                  <a:ext uri="{FF2B5EF4-FFF2-40B4-BE49-F238E27FC236}">
                    <a16:creationId xmlns:a16="http://schemas.microsoft.com/office/drawing/2014/main" id="{D5E65667-5603-A1CC-09E2-94D5E434CEFB}"/>
                  </a:ext>
                </a:extLst>
              </p:cNvPr>
              <p:cNvSpPr/>
              <p:nvPr/>
            </p:nvSpPr>
            <p:spPr>
              <a:xfrm>
                <a:off x="3845270" y="3768632"/>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9" name="Rechteck 118">
                <a:extLst>
                  <a:ext uri="{FF2B5EF4-FFF2-40B4-BE49-F238E27FC236}">
                    <a16:creationId xmlns:a16="http://schemas.microsoft.com/office/drawing/2014/main" id="{239F23A6-39BE-CBD3-C457-E947FA0E6F71}"/>
                  </a:ext>
                </a:extLst>
              </p:cNvPr>
              <p:cNvSpPr/>
              <p:nvPr/>
            </p:nvSpPr>
            <p:spPr>
              <a:xfrm>
                <a:off x="4022054" y="3768632"/>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0" name="Rechteck 119">
                <a:extLst>
                  <a:ext uri="{FF2B5EF4-FFF2-40B4-BE49-F238E27FC236}">
                    <a16:creationId xmlns:a16="http://schemas.microsoft.com/office/drawing/2014/main" id="{0D0C0C8F-BDD7-08AE-7526-F2CBEF7335C0}"/>
                  </a:ext>
                </a:extLst>
              </p:cNvPr>
              <p:cNvSpPr/>
              <p:nvPr/>
            </p:nvSpPr>
            <p:spPr>
              <a:xfrm>
                <a:off x="4198838" y="3768634"/>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1" name="Rechteck 120">
                <a:extLst>
                  <a:ext uri="{FF2B5EF4-FFF2-40B4-BE49-F238E27FC236}">
                    <a16:creationId xmlns:a16="http://schemas.microsoft.com/office/drawing/2014/main" id="{29B56478-425A-37F3-7310-350A0AA87298}"/>
                  </a:ext>
                </a:extLst>
              </p:cNvPr>
              <p:cNvSpPr/>
              <p:nvPr/>
            </p:nvSpPr>
            <p:spPr>
              <a:xfrm>
                <a:off x="4375622" y="3768633"/>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2" name="Rechteck 121">
                <a:extLst>
                  <a:ext uri="{FF2B5EF4-FFF2-40B4-BE49-F238E27FC236}">
                    <a16:creationId xmlns:a16="http://schemas.microsoft.com/office/drawing/2014/main" id="{5ECE0C3F-55A7-C97A-B890-05F978E83897}"/>
                  </a:ext>
                </a:extLst>
              </p:cNvPr>
              <p:cNvSpPr/>
              <p:nvPr/>
            </p:nvSpPr>
            <p:spPr>
              <a:xfrm>
                <a:off x="4552406" y="3768633"/>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3" name="Rechteck 122">
                <a:extLst>
                  <a:ext uri="{FF2B5EF4-FFF2-40B4-BE49-F238E27FC236}">
                    <a16:creationId xmlns:a16="http://schemas.microsoft.com/office/drawing/2014/main" id="{54AFA400-3321-E526-E173-E038661A03B2}"/>
                  </a:ext>
                </a:extLst>
              </p:cNvPr>
              <p:cNvSpPr/>
              <p:nvPr/>
            </p:nvSpPr>
            <p:spPr>
              <a:xfrm>
                <a:off x="4729190" y="3768633"/>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4" name="Rechteck 123">
                <a:extLst>
                  <a:ext uri="{FF2B5EF4-FFF2-40B4-BE49-F238E27FC236}">
                    <a16:creationId xmlns:a16="http://schemas.microsoft.com/office/drawing/2014/main" id="{4EB88255-CF42-FC0B-7AED-4F9300E52046}"/>
                  </a:ext>
                </a:extLst>
              </p:cNvPr>
              <p:cNvSpPr/>
              <p:nvPr/>
            </p:nvSpPr>
            <p:spPr>
              <a:xfrm>
                <a:off x="4904234" y="3768631"/>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5" name="Rechteck 124">
                <a:extLst>
                  <a:ext uri="{FF2B5EF4-FFF2-40B4-BE49-F238E27FC236}">
                    <a16:creationId xmlns:a16="http://schemas.microsoft.com/office/drawing/2014/main" id="{472E23C8-4155-D248-13A7-B3BA054ED99B}"/>
                  </a:ext>
                </a:extLst>
              </p:cNvPr>
              <p:cNvSpPr/>
              <p:nvPr/>
            </p:nvSpPr>
            <p:spPr>
              <a:xfrm>
                <a:off x="5081018" y="3768630"/>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6" name="Rechteck 125">
                <a:extLst>
                  <a:ext uri="{FF2B5EF4-FFF2-40B4-BE49-F238E27FC236}">
                    <a16:creationId xmlns:a16="http://schemas.microsoft.com/office/drawing/2014/main" id="{A9D6B7AF-9EF7-E7FB-0A60-C3766FE362B4}"/>
                  </a:ext>
                </a:extLst>
              </p:cNvPr>
              <p:cNvSpPr/>
              <p:nvPr/>
            </p:nvSpPr>
            <p:spPr>
              <a:xfrm>
                <a:off x="5257802" y="3768630"/>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7" name="Rechteck 126">
                <a:extLst>
                  <a:ext uri="{FF2B5EF4-FFF2-40B4-BE49-F238E27FC236}">
                    <a16:creationId xmlns:a16="http://schemas.microsoft.com/office/drawing/2014/main" id="{2D9C6369-E396-34FA-4064-5F1CCBF9C1DF}"/>
                  </a:ext>
                </a:extLst>
              </p:cNvPr>
              <p:cNvSpPr/>
              <p:nvPr/>
            </p:nvSpPr>
            <p:spPr>
              <a:xfrm>
                <a:off x="5434586" y="3768630"/>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8" name="Rechteck 127">
                <a:extLst>
                  <a:ext uri="{FF2B5EF4-FFF2-40B4-BE49-F238E27FC236}">
                    <a16:creationId xmlns:a16="http://schemas.microsoft.com/office/drawing/2014/main" id="{4D3606CF-9FB2-FB1B-F1CD-A88B30F0AF62}"/>
                  </a:ext>
                </a:extLst>
              </p:cNvPr>
              <p:cNvSpPr/>
              <p:nvPr/>
            </p:nvSpPr>
            <p:spPr>
              <a:xfrm>
                <a:off x="5611370" y="3768632"/>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9" name="Rechteck 128">
                <a:extLst>
                  <a:ext uri="{FF2B5EF4-FFF2-40B4-BE49-F238E27FC236}">
                    <a16:creationId xmlns:a16="http://schemas.microsoft.com/office/drawing/2014/main" id="{F2DC66D5-B1A7-24CE-D078-E515F7805728}"/>
                  </a:ext>
                </a:extLst>
              </p:cNvPr>
              <p:cNvSpPr/>
              <p:nvPr/>
            </p:nvSpPr>
            <p:spPr>
              <a:xfrm>
                <a:off x="5788154" y="3768631"/>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30" name="Rechteck 129">
                <a:extLst>
                  <a:ext uri="{FF2B5EF4-FFF2-40B4-BE49-F238E27FC236}">
                    <a16:creationId xmlns:a16="http://schemas.microsoft.com/office/drawing/2014/main" id="{DE89B89C-4347-2884-EB76-0361DC8CD9A6}"/>
                  </a:ext>
                </a:extLst>
              </p:cNvPr>
              <p:cNvSpPr/>
              <p:nvPr/>
            </p:nvSpPr>
            <p:spPr>
              <a:xfrm>
                <a:off x="5964938" y="3768631"/>
                <a:ext cx="176784" cy="3518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350"/>
              </a:p>
            </p:txBody>
          </p:sp>
        </p:grpSp>
        <p:grpSp>
          <p:nvGrpSpPr>
            <p:cNvPr id="238" name="Gruppieren 237">
              <a:extLst>
                <a:ext uri="{FF2B5EF4-FFF2-40B4-BE49-F238E27FC236}">
                  <a16:creationId xmlns:a16="http://schemas.microsoft.com/office/drawing/2014/main" id="{A5CDF2CD-2FED-BC7A-E95A-9F4EB934091B}"/>
                </a:ext>
              </a:extLst>
            </p:cNvPr>
            <p:cNvGrpSpPr>
              <a:grpSpLocks noChangeAspect="1"/>
            </p:cNvGrpSpPr>
            <p:nvPr/>
          </p:nvGrpSpPr>
          <p:grpSpPr>
            <a:xfrm>
              <a:off x="3865480" y="3590380"/>
              <a:ext cx="419264" cy="419264"/>
              <a:chOff x="5606452" y="5019764"/>
              <a:chExt cx="816429" cy="891487"/>
            </a:xfrm>
          </p:grpSpPr>
          <p:sp>
            <p:nvSpPr>
              <p:cNvPr id="239" name="Stern: 10 Zacken 238">
                <a:extLst>
                  <a:ext uri="{FF2B5EF4-FFF2-40B4-BE49-F238E27FC236}">
                    <a16:creationId xmlns:a16="http://schemas.microsoft.com/office/drawing/2014/main" id="{3D99056D-42CE-7F7F-751A-A98BB9E7F284}"/>
                  </a:ext>
                </a:extLst>
              </p:cNvPr>
              <p:cNvSpPr/>
              <p:nvPr/>
            </p:nvSpPr>
            <p:spPr>
              <a:xfrm>
                <a:off x="5606452" y="5019764"/>
                <a:ext cx="816429" cy="891487"/>
              </a:xfrm>
              <a:prstGeom prst="star1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de-DE" sz="1350">
                  <a:solidFill>
                    <a:schemeClr val="tx1"/>
                  </a:solidFill>
                </a:endParaRPr>
              </a:p>
            </p:txBody>
          </p:sp>
          <p:sp>
            <p:nvSpPr>
              <p:cNvPr id="240" name="Ellipse 239">
                <a:extLst>
                  <a:ext uri="{FF2B5EF4-FFF2-40B4-BE49-F238E27FC236}">
                    <a16:creationId xmlns:a16="http://schemas.microsoft.com/office/drawing/2014/main" id="{E8714BC4-4D0A-0B6D-D40D-A97B882B87CF}"/>
                  </a:ext>
                </a:extLst>
              </p:cNvPr>
              <p:cNvSpPr/>
              <p:nvPr/>
            </p:nvSpPr>
            <p:spPr>
              <a:xfrm>
                <a:off x="5800473" y="5242636"/>
                <a:ext cx="428387" cy="44574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de-DE" sz="1350">
                  <a:solidFill>
                    <a:schemeClr val="tx1"/>
                  </a:solidFill>
                </a:endParaRPr>
              </a:p>
            </p:txBody>
          </p:sp>
        </p:grpSp>
        <p:grpSp>
          <p:nvGrpSpPr>
            <p:cNvPr id="252" name="Gruppieren 251">
              <a:extLst>
                <a:ext uri="{FF2B5EF4-FFF2-40B4-BE49-F238E27FC236}">
                  <a16:creationId xmlns:a16="http://schemas.microsoft.com/office/drawing/2014/main" id="{17E8B848-D624-7DFC-A854-D98B60118465}"/>
                </a:ext>
              </a:extLst>
            </p:cNvPr>
            <p:cNvGrpSpPr>
              <a:grpSpLocks noChangeAspect="1"/>
            </p:cNvGrpSpPr>
            <p:nvPr/>
          </p:nvGrpSpPr>
          <p:grpSpPr>
            <a:xfrm>
              <a:off x="6459253" y="3590380"/>
              <a:ext cx="419264" cy="419264"/>
              <a:chOff x="5606452" y="5019764"/>
              <a:chExt cx="816429" cy="891487"/>
            </a:xfrm>
          </p:grpSpPr>
          <p:sp>
            <p:nvSpPr>
              <p:cNvPr id="253" name="Stern: 10 Zacken 252">
                <a:extLst>
                  <a:ext uri="{FF2B5EF4-FFF2-40B4-BE49-F238E27FC236}">
                    <a16:creationId xmlns:a16="http://schemas.microsoft.com/office/drawing/2014/main" id="{49760611-A668-0D0B-725B-18FA051C8A79}"/>
                  </a:ext>
                </a:extLst>
              </p:cNvPr>
              <p:cNvSpPr/>
              <p:nvPr/>
            </p:nvSpPr>
            <p:spPr>
              <a:xfrm>
                <a:off x="5606452" y="5019764"/>
                <a:ext cx="816429" cy="891487"/>
              </a:xfrm>
              <a:prstGeom prst="star1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de-DE" sz="1350">
                  <a:solidFill>
                    <a:schemeClr val="tx1"/>
                  </a:solidFill>
                </a:endParaRPr>
              </a:p>
            </p:txBody>
          </p:sp>
          <p:sp>
            <p:nvSpPr>
              <p:cNvPr id="254" name="Ellipse 253">
                <a:extLst>
                  <a:ext uri="{FF2B5EF4-FFF2-40B4-BE49-F238E27FC236}">
                    <a16:creationId xmlns:a16="http://schemas.microsoft.com/office/drawing/2014/main" id="{0DC16DC0-BF8F-2CFC-F840-472220B82A94}"/>
                  </a:ext>
                </a:extLst>
              </p:cNvPr>
              <p:cNvSpPr/>
              <p:nvPr/>
            </p:nvSpPr>
            <p:spPr>
              <a:xfrm>
                <a:off x="5800473" y="5242636"/>
                <a:ext cx="428387" cy="44574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de-DE" sz="1350">
                  <a:solidFill>
                    <a:schemeClr val="tx1"/>
                  </a:solidFill>
                </a:endParaRPr>
              </a:p>
            </p:txBody>
          </p:sp>
        </p:grpSp>
      </p:grpSp>
      <p:grpSp>
        <p:nvGrpSpPr>
          <p:cNvPr id="255" name="Gruppieren 254">
            <a:extLst>
              <a:ext uri="{FF2B5EF4-FFF2-40B4-BE49-F238E27FC236}">
                <a16:creationId xmlns:a16="http://schemas.microsoft.com/office/drawing/2014/main" id="{65F60F51-CDFF-93F1-6A80-C5FDFD0D4529}"/>
              </a:ext>
            </a:extLst>
          </p:cNvPr>
          <p:cNvGrpSpPr>
            <a:grpSpLocks noChangeAspect="1"/>
          </p:cNvGrpSpPr>
          <p:nvPr/>
        </p:nvGrpSpPr>
        <p:grpSpPr>
          <a:xfrm>
            <a:off x="3907083" y="5297746"/>
            <a:ext cx="335078" cy="335078"/>
            <a:chOff x="5606452" y="5019764"/>
            <a:chExt cx="816429" cy="891487"/>
          </a:xfrm>
        </p:grpSpPr>
        <p:sp>
          <p:nvSpPr>
            <p:cNvPr id="256" name="Stern: 10 Zacken 255">
              <a:extLst>
                <a:ext uri="{FF2B5EF4-FFF2-40B4-BE49-F238E27FC236}">
                  <a16:creationId xmlns:a16="http://schemas.microsoft.com/office/drawing/2014/main" id="{5EC9C2A7-3BC6-32B7-F8FC-7643A6A7B2D6}"/>
                </a:ext>
              </a:extLst>
            </p:cNvPr>
            <p:cNvSpPr/>
            <p:nvPr/>
          </p:nvSpPr>
          <p:spPr>
            <a:xfrm>
              <a:off x="5606452" y="5019764"/>
              <a:ext cx="816429" cy="891487"/>
            </a:xfrm>
            <a:prstGeom prst="star10">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de-DE" sz="1350">
                <a:solidFill>
                  <a:schemeClr val="tx1"/>
                </a:solidFill>
              </a:endParaRPr>
            </a:p>
          </p:txBody>
        </p:sp>
        <p:sp>
          <p:nvSpPr>
            <p:cNvPr id="257" name="Ellipse 256">
              <a:extLst>
                <a:ext uri="{FF2B5EF4-FFF2-40B4-BE49-F238E27FC236}">
                  <a16:creationId xmlns:a16="http://schemas.microsoft.com/office/drawing/2014/main" id="{EE681D5B-1B38-3848-B8E8-34BE4FC9426C}"/>
                </a:ext>
              </a:extLst>
            </p:cNvPr>
            <p:cNvSpPr/>
            <p:nvPr/>
          </p:nvSpPr>
          <p:spPr>
            <a:xfrm>
              <a:off x="5800473" y="5242636"/>
              <a:ext cx="428387" cy="44574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de-DE" sz="1350">
                <a:solidFill>
                  <a:schemeClr val="tx1"/>
                </a:solidFill>
              </a:endParaRPr>
            </a:p>
          </p:txBody>
        </p:sp>
      </p:grpSp>
      <p:cxnSp>
        <p:nvCxnSpPr>
          <p:cNvPr id="258" name="Gerade Verbindung mit Pfeil 257">
            <a:extLst>
              <a:ext uri="{FF2B5EF4-FFF2-40B4-BE49-F238E27FC236}">
                <a16:creationId xmlns:a16="http://schemas.microsoft.com/office/drawing/2014/main" id="{B8C5BD9C-5EFF-D687-5A64-35AC7C5E1F80}"/>
              </a:ext>
            </a:extLst>
          </p:cNvPr>
          <p:cNvCxnSpPr>
            <a:cxnSpLocks/>
            <a:stCxn id="256" idx="3"/>
            <a:endCxn id="244" idx="0"/>
          </p:cNvCxnSpPr>
          <p:nvPr/>
        </p:nvCxnSpPr>
        <p:spPr>
          <a:xfrm>
            <a:off x="4074622" y="5632824"/>
            <a:ext cx="33400" cy="28530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3" name="Gerade Verbindung mit Pfeil 262">
            <a:extLst>
              <a:ext uri="{FF2B5EF4-FFF2-40B4-BE49-F238E27FC236}">
                <a16:creationId xmlns:a16="http://schemas.microsoft.com/office/drawing/2014/main" id="{0530A072-9D56-E916-56DC-8520EB0F439F}"/>
              </a:ext>
            </a:extLst>
          </p:cNvPr>
          <p:cNvCxnSpPr>
            <a:cxnSpLocks/>
            <a:stCxn id="187" idx="2"/>
            <a:endCxn id="256" idx="5"/>
          </p:cNvCxnSpPr>
          <p:nvPr/>
        </p:nvCxnSpPr>
        <p:spPr>
          <a:xfrm>
            <a:off x="3401699" y="5018771"/>
            <a:ext cx="505384" cy="498287"/>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7" name="Gerade Verbindung mit Pfeil 266">
            <a:extLst>
              <a:ext uri="{FF2B5EF4-FFF2-40B4-BE49-F238E27FC236}">
                <a16:creationId xmlns:a16="http://schemas.microsoft.com/office/drawing/2014/main" id="{26E3C031-AFA7-3348-24CF-3BDD18486185}"/>
              </a:ext>
            </a:extLst>
          </p:cNvPr>
          <p:cNvCxnSpPr>
            <a:cxnSpLocks/>
            <a:stCxn id="190" idx="2"/>
            <a:endCxn id="256" idx="8"/>
          </p:cNvCxnSpPr>
          <p:nvPr/>
        </p:nvCxnSpPr>
        <p:spPr>
          <a:xfrm>
            <a:off x="3998906" y="5018771"/>
            <a:ext cx="75716" cy="278975"/>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8" name="Gerade Verbindung mit Pfeil 267">
            <a:extLst>
              <a:ext uri="{FF2B5EF4-FFF2-40B4-BE49-F238E27FC236}">
                <a16:creationId xmlns:a16="http://schemas.microsoft.com/office/drawing/2014/main" id="{80236B19-0C7F-C627-18F5-4672F05A4450}"/>
              </a:ext>
            </a:extLst>
          </p:cNvPr>
          <p:cNvCxnSpPr>
            <a:cxnSpLocks/>
            <a:stCxn id="189" idx="2"/>
            <a:endCxn id="256" idx="7"/>
          </p:cNvCxnSpPr>
          <p:nvPr/>
        </p:nvCxnSpPr>
        <p:spPr>
          <a:xfrm>
            <a:off x="3796927" y="5018771"/>
            <a:ext cx="174150" cy="31097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9" name="Gerade Verbindung mit Pfeil 268">
            <a:extLst>
              <a:ext uri="{FF2B5EF4-FFF2-40B4-BE49-F238E27FC236}">
                <a16:creationId xmlns:a16="http://schemas.microsoft.com/office/drawing/2014/main" id="{033A86E5-98CA-18AC-9833-00046109B569}"/>
              </a:ext>
            </a:extLst>
          </p:cNvPr>
          <p:cNvCxnSpPr>
            <a:cxnSpLocks/>
            <a:stCxn id="188" idx="2"/>
            <a:endCxn id="256" idx="6"/>
          </p:cNvCxnSpPr>
          <p:nvPr/>
        </p:nvCxnSpPr>
        <p:spPr>
          <a:xfrm>
            <a:off x="3599313" y="5018771"/>
            <a:ext cx="307770" cy="39474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7" name="Gerade Verbindung mit Pfeil 276">
            <a:extLst>
              <a:ext uri="{FF2B5EF4-FFF2-40B4-BE49-F238E27FC236}">
                <a16:creationId xmlns:a16="http://schemas.microsoft.com/office/drawing/2014/main" id="{7666ADBC-63D8-51F4-1EB2-D1A95E59C020}"/>
              </a:ext>
            </a:extLst>
          </p:cNvPr>
          <p:cNvCxnSpPr>
            <a:cxnSpLocks/>
            <a:stCxn id="191" idx="2"/>
            <a:endCxn id="256" idx="8"/>
          </p:cNvCxnSpPr>
          <p:nvPr/>
        </p:nvCxnSpPr>
        <p:spPr>
          <a:xfrm flipH="1">
            <a:off x="4074622" y="5018771"/>
            <a:ext cx="126264" cy="278975"/>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0" name="Gerade Verbindung mit Pfeil 279">
            <a:extLst>
              <a:ext uri="{FF2B5EF4-FFF2-40B4-BE49-F238E27FC236}">
                <a16:creationId xmlns:a16="http://schemas.microsoft.com/office/drawing/2014/main" id="{53A3B430-BFC8-95FF-FC8A-3DEA3A96F3A1}"/>
              </a:ext>
            </a:extLst>
          </p:cNvPr>
          <p:cNvCxnSpPr>
            <a:cxnSpLocks/>
            <a:stCxn id="192" idx="2"/>
            <a:endCxn id="256" idx="9"/>
          </p:cNvCxnSpPr>
          <p:nvPr/>
        </p:nvCxnSpPr>
        <p:spPr>
          <a:xfrm flipH="1">
            <a:off x="4178167" y="5018771"/>
            <a:ext cx="220333" cy="31097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1" name="Gerade Verbindung mit Pfeil 280">
            <a:extLst>
              <a:ext uri="{FF2B5EF4-FFF2-40B4-BE49-F238E27FC236}">
                <a16:creationId xmlns:a16="http://schemas.microsoft.com/office/drawing/2014/main" id="{293BF2C2-3DDD-C238-1F13-83068E6A94EF}"/>
              </a:ext>
            </a:extLst>
          </p:cNvPr>
          <p:cNvCxnSpPr>
            <a:cxnSpLocks/>
            <a:stCxn id="193" idx="2"/>
            <a:endCxn id="256" idx="0"/>
          </p:cNvCxnSpPr>
          <p:nvPr/>
        </p:nvCxnSpPr>
        <p:spPr>
          <a:xfrm flipH="1">
            <a:off x="4242161" y="5018771"/>
            <a:ext cx="353952" cy="39474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2" name="Gerade Verbindung mit Pfeil 281">
            <a:extLst>
              <a:ext uri="{FF2B5EF4-FFF2-40B4-BE49-F238E27FC236}">
                <a16:creationId xmlns:a16="http://schemas.microsoft.com/office/drawing/2014/main" id="{3179A7B8-2E48-8A02-50F8-4441324CE64B}"/>
              </a:ext>
            </a:extLst>
          </p:cNvPr>
          <p:cNvCxnSpPr>
            <a:cxnSpLocks/>
            <a:stCxn id="194" idx="2"/>
            <a:endCxn id="256" idx="1"/>
          </p:cNvCxnSpPr>
          <p:nvPr/>
        </p:nvCxnSpPr>
        <p:spPr>
          <a:xfrm flipH="1">
            <a:off x="4242161" y="5018771"/>
            <a:ext cx="551566" cy="498287"/>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1" name="Textfeld 290">
            <a:extLst>
              <a:ext uri="{FF2B5EF4-FFF2-40B4-BE49-F238E27FC236}">
                <a16:creationId xmlns:a16="http://schemas.microsoft.com/office/drawing/2014/main" id="{13317299-C877-3F6B-2646-8419BBC00154}"/>
              </a:ext>
            </a:extLst>
          </p:cNvPr>
          <p:cNvSpPr txBox="1"/>
          <p:nvPr/>
        </p:nvSpPr>
        <p:spPr>
          <a:xfrm>
            <a:off x="869675" y="2779029"/>
            <a:ext cx="1463033" cy="300082"/>
          </a:xfrm>
          <a:prstGeom prst="rect">
            <a:avLst/>
          </a:prstGeom>
          <a:noFill/>
        </p:spPr>
        <p:txBody>
          <a:bodyPr wrap="square" rtlCol="0">
            <a:noAutofit/>
          </a:bodyPr>
          <a:lstStyle/>
          <a:p>
            <a:r>
              <a:rPr lang="de-DE" sz="1600" i="1" dirty="0"/>
              <a:t>Input-Tokens:</a:t>
            </a:r>
          </a:p>
        </p:txBody>
      </p:sp>
      <p:sp>
        <p:nvSpPr>
          <p:cNvPr id="293" name="Textfeld 292">
            <a:extLst>
              <a:ext uri="{FF2B5EF4-FFF2-40B4-BE49-F238E27FC236}">
                <a16:creationId xmlns:a16="http://schemas.microsoft.com/office/drawing/2014/main" id="{060F80C8-92D6-BB09-C335-D8356BAA6D26}"/>
              </a:ext>
            </a:extLst>
          </p:cNvPr>
          <p:cNvSpPr txBox="1"/>
          <p:nvPr/>
        </p:nvSpPr>
        <p:spPr>
          <a:xfrm>
            <a:off x="1483911" y="4675724"/>
            <a:ext cx="1683439" cy="338554"/>
          </a:xfrm>
          <a:prstGeom prst="rect">
            <a:avLst/>
          </a:prstGeom>
          <a:noFill/>
        </p:spPr>
        <p:txBody>
          <a:bodyPr wrap="square">
            <a:spAutoFit/>
          </a:bodyPr>
          <a:lstStyle/>
          <a:p>
            <a:r>
              <a:rPr lang="de-DE" sz="1600" i="1" dirty="0"/>
              <a:t>Output-Tokens:</a:t>
            </a:r>
            <a:endParaRPr lang="de-DE" sz="1600" dirty="0"/>
          </a:p>
        </p:txBody>
      </p:sp>
      <p:grpSp>
        <p:nvGrpSpPr>
          <p:cNvPr id="14" name="Gruppieren 13">
            <a:extLst>
              <a:ext uri="{FF2B5EF4-FFF2-40B4-BE49-F238E27FC236}">
                <a16:creationId xmlns:a16="http://schemas.microsoft.com/office/drawing/2014/main" id="{D7A2ABB2-4632-E84D-ED7C-94F2D2902672}"/>
              </a:ext>
            </a:extLst>
          </p:cNvPr>
          <p:cNvGrpSpPr/>
          <p:nvPr/>
        </p:nvGrpSpPr>
        <p:grpSpPr>
          <a:xfrm>
            <a:off x="8626682" y="6436341"/>
            <a:ext cx="244186" cy="261343"/>
            <a:chOff x="7469579" y="5667163"/>
            <a:chExt cx="427512" cy="389253"/>
          </a:xfrm>
        </p:grpSpPr>
        <p:cxnSp>
          <p:nvCxnSpPr>
            <p:cNvPr id="7" name="Gerader Verbinder 6">
              <a:extLst>
                <a:ext uri="{FF2B5EF4-FFF2-40B4-BE49-F238E27FC236}">
                  <a16:creationId xmlns:a16="http://schemas.microsoft.com/office/drawing/2014/main" id="{0297E30A-1042-69AD-8CF0-36A5987B24D4}"/>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6EF1B197-BCC9-81C3-36E0-69CF265A49F3}"/>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3732353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9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4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4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4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5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5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5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6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6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9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8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9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4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5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6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6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6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6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7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8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8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8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5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4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95"/>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1" grpId="0"/>
      <p:bldP spid="37" grpId="0"/>
      <p:bldP spid="195" grpId="0"/>
      <p:bldP spid="243" grpId="0"/>
      <p:bldP spid="244" grpId="0" animBg="1"/>
      <p:bldP spid="291" grpId="0"/>
      <p:bldP spid="29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473A2DD-FE68-07B8-0A37-BFC475D684E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60642B0-7BAE-6326-BF3D-EE77F2E44EA2}"/>
              </a:ext>
            </a:extLst>
          </p:cNvPr>
          <p:cNvSpPr>
            <a:spLocks noGrp="1"/>
          </p:cNvSpPr>
          <p:nvPr>
            <p:ph type="title"/>
          </p:nvPr>
        </p:nvSpPr>
        <p:spPr>
          <a:xfrm>
            <a:off x="1679007" y="272614"/>
            <a:ext cx="6136142" cy="994172"/>
          </a:xfrm>
        </p:spPr>
        <p:txBody>
          <a:bodyPr/>
          <a:lstStyle/>
          <a:p>
            <a:r>
              <a:rPr lang="de-DE" dirty="0"/>
              <a:t>Python vorbereiten</a:t>
            </a:r>
          </a:p>
        </p:txBody>
      </p:sp>
      <p:sp>
        <p:nvSpPr>
          <p:cNvPr id="3" name="Inhaltsplatzhalter 2">
            <a:extLst>
              <a:ext uri="{FF2B5EF4-FFF2-40B4-BE49-F238E27FC236}">
                <a16:creationId xmlns:a16="http://schemas.microsoft.com/office/drawing/2014/main" id="{8C664686-C2A8-AFDE-162A-757B78657E10}"/>
              </a:ext>
            </a:extLst>
          </p:cNvPr>
          <p:cNvSpPr>
            <a:spLocks noGrp="1"/>
          </p:cNvSpPr>
          <p:nvPr>
            <p:ph idx="1"/>
          </p:nvPr>
        </p:nvSpPr>
        <p:spPr>
          <a:xfrm>
            <a:off x="725714" y="1857830"/>
            <a:ext cx="7649029" cy="4078514"/>
          </a:xfrm>
        </p:spPr>
        <p:txBody>
          <a:bodyPr wrap="square">
            <a:normAutofit/>
          </a:bodyPr>
          <a:lstStyle/>
          <a:p>
            <a:pPr>
              <a:lnSpc>
                <a:spcPct val="100000"/>
              </a:lnSpc>
            </a:pPr>
            <a:r>
              <a:rPr lang="de-DE" dirty="0"/>
              <a:t>Python (&gt;= 3.9) installieren</a:t>
            </a:r>
          </a:p>
          <a:p>
            <a:pPr>
              <a:lnSpc>
                <a:spcPct val="100000"/>
              </a:lnSpc>
            </a:pPr>
            <a:endParaRPr lang="de-DE" dirty="0"/>
          </a:p>
          <a:p>
            <a:pPr>
              <a:lnSpc>
                <a:spcPct val="100000"/>
              </a:lnSpc>
            </a:pPr>
            <a:r>
              <a:rPr lang="de-DE" dirty="0"/>
              <a:t>gpt4all installieren:</a:t>
            </a:r>
          </a:p>
          <a:p>
            <a:pPr marL="342900" lvl="1" indent="0">
              <a:lnSpc>
                <a:spcPct val="100000"/>
              </a:lnSpc>
              <a:buNone/>
            </a:pPr>
            <a:r>
              <a:rPr lang="de-DE" sz="2800" dirty="0" err="1"/>
              <a:t>python</a:t>
            </a:r>
            <a:r>
              <a:rPr lang="de-DE" sz="2800" dirty="0"/>
              <a:t> –m </a:t>
            </a:r>
            <a:r>
              <a:rPr lang="de-DE" sz="2800" dirty="0" err="1"/>
              <a:t>pip</a:t>
            </a:r>
            <a:r>
              <a:rPr lang="de-DE" sz="2800" dirty="0"/>
              <a:t> </a:t>
            </a:r>
            <a:r>
              <a:rPr lang="de-DE" sz="2800" dirty="0" err="1"/>
              <a:t>install</a:t>
            </a:r>
            <a:r>
              <a:rPr lang="de-DE" sz="2800" dirty="0"/>
              <a:t> </a:t>
            </a:r>
            <a:r>
              <a:rPr lang="de-DE" sz="2800" dirty="0" err="1"/>
              <a:t>gpt4all</a:t>
            </a:r>
            <a:endParaRPr lang="de-DE" sz="2800" dirty="0"/>
          </a:p>
          <a:p>
            <a:pPr>
              <a:lnSpc>
                <a:spcPct val="100000"/>
              </a:lnSpc>
            </a:pPr>
            <a:endParaRPr lang="de-DE" dirty="0"/>
          </a:p>
          <a:p>
            <a:pPr>
              <a:lnSpc>
                <a:spcPct val="100000"/>
              </a:lnSpc>
            </a:pPr>
            <a:r>
              <a:rPr lang="de-DE" dirty="0"/>
              <a:t>Kontrolle:</a:t>
            </a:r>
            <a:br>
              <a:rPr lang="de-DE" dirty="0"/>
            </a:br>
            <a:r>
              <a:rPr lang="de-DE" dirty="0"/>
              <a:t>	</a:t>
            </a:r>
            <a:r>
              <a:rPr lang="de-DE" dirty="0" err="1"/>
              <a:t>python</a:t>
            </a:r>
            <a:r>
              <a:rPr lang="de-DE" dirty="0"/>
              <a:t> –m </a:t>
            </a:r>
            <a:r>
              <a:rPr lang="de-DE" dirty="0" err="1"/>
              <a:t>pip</a:t>
            </a:r>
            <a:r>
              <a:rPr lang="de-DE" dirty="0"/>
              <a:t> </a:t>
            </a:r>
            <a:r>
              <a:rPr lang="de-DE" dirty="0" err="1"/>
              <a:t>list</a:t>
            </a:r>
            <a:endParaRPr lang="de-DE" dirty="0"/>
          </a:p>
        </p:txBody>
      </p:sp>
      <p:pic>
        <p:nvPicPr>
          <p:cNvPr id="5" name="Grafik 4">
            <a:extLst>
              <a:ext uri="{FF2B5EF4-FFF2-40B4-BE49-F238E27FC236}">
                <a16:creationId xmlns:a16="http://schemas.microsoft.com/office/drawing/2014/main" id="{237F9259-4C38-4389-7175-EDDD29B478D5}"/>
              </a:ext>
            </a:extLst>
          </p:cNvPr>
          <p:cNvPicPr>
            <a:picLocks noChangeAspect="1"/>
          </p:cNvPicPr>
          <p:nvPr/>
        </p:nvPicPr>
        <p:blipFill>
          <a:blip r:embed="rId2"/>
          <a:stretch>
            <a:fillRect/>
          </a:stretch>
        </p:blipFill>
        <p:spPr>
          <a:xfrm>
            <a:off x="580571" y="455414"/>
            <a:ext cx="714475" cy="628571"/>
          </a:xfrm>
          <a:prstGeom prst="rect">
            <a:avLst/>
          </a:prstGeom>
        </p:spPr>
      </p:pic>
      <p:grpSp>
        <p:nvGrpSpPr>
          <p:cNvPr id="4" name="Gruppieren 3">
            <a:extLst>
              <a:ext uri="{FF2B5EF4-FFF2-40B4-BE49-F238E27FC236}">
                <a16:creationId xmlns:a16="http://schemas.microsoft.com/office/drawing/2014/main" id="{2A1D6408-11BD-7B9A-1B75-0C698AA34198}"/>
              </a:ext>
            </a:extLst>
          </p:cNvPr>
          <p:cNvGrpSpPr/>
          <p:nvPr/>
        </p:nvGrpSpPr>
        <p:grpSpPr>
          <a:xfrm>
            <a:off x="8626682" y="6436341"/>
            <a:ext cx="244186" cy="261343"/>
            <a:chOff x="7469579" y="5667163"/>
            <a:chExt cx="427512" cy="389253"/>
          </a:xfrm>
        </p:grpSpPr>
        <p:cxnSp>
          <p:nvCxnSpPr>
            <p:cNvPr id="6" name="Gerader Verbinder 5">
              <a:extLst>
                <a:ext uri="{FF2B5EF4-FFF2-40B4-BE49-F238E27FC236}">
                  <a16:creationId xmlns:a16="http://schemas.microsoft.com/office/drawing/2014/main" id="{C03655A4-EBFE-7A4B-C587-E14D4EB10B3E}"/>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Gerader Verbinder 6">
              <a:extLst>
                <a:ext uri="{FF2B5EF4-FFF2-40B4-BE49-F238E27FC236}">
                  <a16:creationId xmlns:a16="http://schemas.microsoft.com/office/drawing/2014/main" id="{B38875F6-B572-900C-ED6E-A2AD0ADC9ACE}"/>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9903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473A2DD-FE68-07B8-0A37-BFC475D684E9}"/>
            </a:ext>
          </a:extLst>
        </p:cNvPr>
        <p:cNvGrpSpPr/>
        <p:nvPr/>
      </p:nvGrpSpPr>
      <p:grpSpPr>
        <a:xfrm>
          <a:off x="0" y="0"/>
          <a:ext cx="0" cy="0"/>
          <a:chOff x="0" y="0"/>
          <a:chExt cx="0" cy="0"/>
        </a:xfrm>
      </p:grpSpPr>
      <p:sp>
        <p:nvSpPr>
          <p:cNvPr id="3" name="Inhaltsplatzhalter 2">
            <a:extLst>
              <a:ext uri="{FF2B5EF4-FFF2-40B4-BE49-F238E27FC236}">
                <a16:creationId xmlns:a16="http://schemas.microsoft.com/office/drawing/2014/main" id="{8C664686-C2A8-AFDE-162A-757B78657E10}"/>
              </a:ext>
            </a:extLst>
          </p:cNvPr>
          <p:cNvSpPr>
            <a:spLocks noGrp="1"/>
          </p:cNvSpPr>
          <p:nvPr>
            <p:ph idx="1"/>
          </p:nvPr>
        </p:nvSpPr>
        <p:spPr>
          <a:xfrm>
            <a:off x="628650" y="1825625"/>
            <a:ext cx="7886700" cy="4125232"/>
          </a:xfrm>
        </p:spPr>
        <p:txBody>
          <a:bodyPr>
            <a:normAutofit/>
          </a:bodyPr>
          <a:lstStyle/>
          <a:p>
            <a:r>
              <a:rPr lang="de-DE" dirty="0"/>
              <a:t>Lege den Ordner ".</a:t>
            </a:r>
            <a:r>
              <a:rPr lang="de-DE" dirty="0" err="1"/>
              <a:t>cache</a:t>
            </a:r>
            <a:r>
              <a:rPr lang="de-DE" dirty="0"/>
              <a:t>\gpt4all" in Deinem Home-Verzeichnis an!</a:t>
            </a:r>
            <a:br>
              <a:rPr lang="de-DE" dirty="0"/>
            </a:br>
            <a:r>
              <a:rPr lang="de-DE" dirty="0"/>
              <a:t>(c:\Benutzer\&lt;dein Name&gt;\.</a:t>
            </a:r>
            <a:r>
              <a:rPr lang="de-DE" dirty="0" err="1"/>
              <a:t>cache</a:t>
            </a:r>
            <a:r>
              <a:rPr lang="de-DE" dirty="0"/>
              <a:t>\gpt4all)</a:t>
            </a:r>
          </a:p>
          <a:p>
            <a:endParaRPr lang="de-DE" dirty="0"/>
          </a:p>
          <a:p>
            <a:r>
              <a:rPr lang="de-DE" dirty="0"/>
              <a:t>Kopiere die Modell-Datei nach  "\.</a:t>
            </a:r>
            <a:r>
              <a:rPr lang="de-DE" dirty="0" err="1"/>
              <a:t>cache</a:t>
            </a:r>
            <a:r>
              <a:rPr lang="de-DE" dirty="0"/>
              <a:t>\gpt4all"!</a:t>
            </a:r>
          </a:p>
        </p:txBody>
      </p:sp>
      <p:sp>
        <p:nvSpPr>
          <p:cNvPr id="4" name="Titel 1">
            <a:extLst>
              <a:ext uri="{FF2B5EF4-FFF2-40B4-BE49-F238E27FC236}">
                <a16:creationId xmlns:a16="http://schemas.microsoft.com/office/drawing/2014/main" id="{CB6079B2-392F-6124-8F44-4EBBDA2C4BAE}"/>
              </a:ext>
            </a:extLst>
          </p:cNvPr>
          <p:cNvSpPr txBox="1">
            <a:spLocks/>
          </p:cNvSpPr>
          <p:nvPr/>
        </p:nvSpPr>
        <p:spPr>
          <a:xfrm>
            <a:off x="1679007" y="272614"/>
            <a:ext cx="6136142"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t>Modell bereitstellen</a:t>
            </a:r>
          </a:p>
        </p:txBody>
      </p:sp>
      <p:pic>
        <p:nvPicPr>
          <p:cNvPr id="6" name="Grafik 5">
            <a:extLst>
              <a:ext uri="{FF2B5EF4-FFF2-40B4-BE49-F238E27FC236}">
                <a16:creationId xmlns:a16="http://schemas.microsoft.com/office/drawing/2014/main" id="{51FEDAA9-53E0-68B4-89C5-1510801EE869}"/>
              </a:ext>
            </a:extLst>
          </p:cNvPr>
          <p:cNvPicPr>
            <a:picLocks noChangeAspect="1"/>
          </p:cNvPicPr>
          <p:nvPr/>
        </p:nvPicPr>
        <p:blipFill>
          <a:blip r:embed="rId2"/>
          <a:stretch>
            <a:fillRect/>
          </a:stretch>
        </p:blipFill>
        <p:spPr>
          <a:xfrm>
            <a:off x="580571" y="455414"/>
            <a:ext cx="714475" cy="628571"/>
          </a:xfrm>
          <a:prstGeom prst="rect">
            <a:avLst/>
          </a:prstGeom>
        </p:spPr>
      </p:pic>
      <p:grpSp>
        <p:nvGrpSpPr>
          <p:cNvPr id="2" name="Gruppieren 1">
            <a:extLst>
              <a:ext uri="{FF2B5EF4-FFF2-40B4-BE49-F238E27FC236}">
                <a16:creationId xmlns:a16="http://schemas.microsoft.com/office/drawing/2014/main" id="{FD2D0B0D-37D9-BC76-F172-4A64D60FF9A9}"/>
              </a:ext>
            </a:extLst>
          </p:cNvPr>
          <p:cNvGrpSpPr/>
          <p:nvPr/>
        </p:nvGrpSpPr>
        <p:grpSpPr>
          <a:xfrm>
            <a:off x="8626682" y="6436341"/>
            <a:ext cx="244186" cy="261343"/>
            <a:chOff x="7469579" y="5667163"/>
            <a:chExt cx="427512" cy="389253"/>
          </a:xfrm>
        </p:grpSpPr>
        <p:cxnSp>
          <p:nvCxnSpPr>
            <p:cNvPr id="5" name="Gerader Verbinder 4">
              <a:extLst>
                <a:ext uri="{FF2B5EF4-FFF2-40B4-BE49-F238E27FC236}">
                  <a16:creationId xmlns:a16="http://schemas.microsoft.com/office/drawing/2014/main" id="{38D87A06-A47B-3AAA-C852-D30C5AB6D4DB}"/>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Gerader Verbinder 6">
              <a:extLst>
                <a:ext uri="{FF2B5EF4-FFF2-40B4-BE49-F238E27FC236}">
                  <a16:creationId xmlns:a16="http://schemas.microsoft.com/office/drawing/2014/main" id="{8157FDDC-DF84-8008-3083-99D3A34A1165}"/>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8803178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031E19-7B89-1F29-7878-B7D1CB414C88}"/>
              </a:ext>
            </a:extLst>
          </p:cNvPr>
          <p:cNvSpPr>
            <a:spLocks noGrp="1"/>
          </p:cNvSpPr>
          <p:nvPr>
            <p:ph type="title"/>
          </p:nvPr>
        </p:nvSpPr>
        <p:spPr/>
        <p:txBody>
          <a:bodyPr vert="horz" lIns="91440" tIns="45720" rIns="91440" bIns="45720" rtlCol="0" anchor="ctr">
            <a:normAutofit/>
          </a:bodyPr>
          <a:lstStyle/>
          <a:p>
            <a:r>
              <a:rPr lang="de-DE" dirty="0"/>
              <a:t>Die Klasse gpt4all.GPT4All </a:t>
            </a:r>
            <a:endParaRPr lang="de-DE" sz="2800" dirty="0"/>
          </a:p>
        </p:txBody>
      </p:sp>
      <p:sp>
        <p:nvSpPr>
          <p:cNvPr id="21" name="Inhaltsplatzhalter 2">
            <a:extLst>
              <a:ext uri="{FF2B5EF4-FFF2-40B4-BE49-F238E27FC236}">
                <a16:creationId xmlns:a16="http://schemas.microsoft.com/office/drawing/2014/main" id="{F3A6BA76-3103-FD8A-A657-1ED170FF4257}"/>
              </a:ext>
            </a:extLst>
          </p:cNvPr>
          <p:cNvSpPr>
            <a:spLocks noGrp="1"/>
          </p:cNvSpPr>
          <p:nvPr>
            <p:ph idx="1"/>
          </p:nvPr>
        </p:nvSpPr>
        <p:spPr>
          <a:xfrm>
            <a:off x="1037829" y="2650706"/>
            <a:ext cx="6750538" cy="2714691"/>
          </a:xfrm>
          <a:solidFill>
            <a:schemeClr val="bg1"/>
          </a:solidFill>
          <a:ln w="28575">
            <a:solidFill>
              <a:schemeClr val="tx1"/>
            </a:solidFill>
          </a:ln>
        </p:spPr>
        <p:txBody>
          <a:bodyPr wrap="none">
            <a:noAutofit/>
          </a:bodyPr>
          <a:lstStyle/>
          <a:p>
            <a:pPr marL="0" indent="0">
              <a:buNone/>
            </a:pPr>
            <a:r>
              <a:rPr lang="de-DE" dirty="0"/>
              <a:t>+ __</a:t>
            </a:r>
            <a:r>
              <a:rPr lang="de-DE" dirty="0" err="1"/>
              <a:t>init</a:t>
            </a:r>
            <a:r>
              <a:rPr lang="de-DE" dirty="0"/>
              <a:t>__(</a:t>
            </a:r>
            <a:r>
              <a:rPr lang="de-DE" dirty="0" err="1"/>
              <a:t>self</a:t>
            </a:r>
            <a:r>
              <a:rPr lang="de-DE" dirty="0"/>
              <a:t>, </a:t>
            </a:r>
            <a:r>
              <a:rPr lang="de-DE" dirty="0" err="1"/>
              <a:t>model_name:str</a:t>
            </a:r>
            <a:r>
              <a:rPr lang="de-DE" dirty="0"/>
              <a:t>)</a:t>
            </a:r>
          </a:p>
          <a:p>
            <a:pPr marL="0" indent="0">
              <a:buNone/>
            </a:pPr>
            <a:endParaRPr lang="de-DE" dirty="0"/>
          </a:p>
          <a:p>
            <a:pPr marL="0" indent="0">
              <a:buNone/>
            </a:pPr>
            <a:r>
              <a:rPr lang="de-DE" dirty="0"/>
              <a:t>+ </a:t>
            </a:r>
            <a:r>
              <a:rPr lang="de-DE" dirty="0" err="1"/>
              <a:t>generate</a:t>
            </a:r>
            <a:r>
              <a:rPr lang="de-DE" dirty="0"/>
              <a:t>(</a:t>
            </a:r>
            <a:r>
              <a:rPr lang="de-DE" dirty="0" err="1"/>
              <a:t>prompt:str</a:t>
            </a:r>
            <a:r>
              <a:rPr lang="de-DE" dirty="0"/>
              <a:t>, </a:t>
            </a:r>
            <a:br>
              <a:rPr lang="de-DE" dirty="0"/>
            </a:br>
            <a:r>
              <a:rPr lang="de-DE" dirty="0"/>
              <a:t>                       </a:t>
            </a:r>
            <a:r>
              <a:rPr lang="de-DE" dirty="0" err="1"/>
              <a:t>max_tokens:int</a:t>
            </a:r>
            <a:r>
              <a:rPr lang="de-DE" dirty="0"/>
              <a:t>=200, </a:t>
            </a:r>
            <a:br>
              <a:rPr lang="de-DE" dirty="0"/>
            </a:br>
            <a:r>
              <a:rPr lang="de-DE" dirty="0"/>
              <a:t>                       </a:t>
            </a:r>
            <a:r>
              <a:rPr lang="de-DE" dirty="0" err="1"/>
              <a:t>temp:float</a:t>
            </a:r>
            <a:r>
              <a:rPr lang="de-DE" dirty="0"/>
              <a:t>=0.7, </a:t>
            </a:r>
            <a:br>
              <a:rPr lang="de-DE" dirty="0"/>
            </a:br>
            <a:r>
              <a:rPr lang="de-DE" dirty="0"/>
              <a:t>                       </a:t>
            </a:r>
            <a:r>
              <a:rPr lang="de-DE" dirty="0" err="1"/>
              <a:t>streaming:bool</a:t>
            </a:r>
            <a:r>
              <a:rPr lang="de-DE" dirty="0"/>
              <a:t>=</a:t>
            </a:r>
            <a:r>
              <a:rPr lang="de-DE" dirty="0" err="1"/>
              <a:t>False</a:t>
            </a:r>
            <a:r>
              <a:rPr lang="de-DE" dirty="0"/>
              <a:t>) -&gt; Any</a:t>
            </a:r>
          </a:p>
        </p:txBody>
      </p:sp>
      <p:sp>
        <p:nvSpPr>
          <p:cNvPr id="7" name="Rechteck 6">
            <a:extLst>
              <a:ext uri="{FF2B5EF4-FFF2-40B4-BE49-F238E27FC236}">
                <a16:creationId xmlns:a16="http://schemas.microsoft.com/office/drawing/2014/main" id="{D65558CE-C8FC-D6EF-FD08-D8D60D0AD125}"/>
              </a:ext>
            </a:extLst>
          </p:cNvPr>
          <p:cNvSpPr/>
          <p:nvPr/>
        </p:nvSpPr>
        <p:spPr>
          <a:xfrm>
            <a:off x="1037829" y="2132945"/>
            <a:ext cx="6750538" cy="51776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rPr>
              <a:t>gpt4all.GPT4All</a:t>
            </a:r>
          </a:p>
        </p:txBody>
      </p:sp>
      <p:grpSp>
        <p:nvGrpSpPr>
          <p:cNvPr id="3" name="Gruppieren 2">
            <a:extLst>
              <a:ext uri="{FF2B5EF4-FFF2-40B4-BE49-F238E27FC236}">
                <a16:creationId xmlns:a16="http://schemas.microsoft.com/office/drawing/2014/main" id="{879A138B-B6D6-0DC4-1845-7810A502B00F}"/>
              </a:ext>
            </a:extLst>
          </p:cNvPr>
          <p:cNvGrpSpPr/>
          <p:nvPr/>
        </p:nvGrpSpPr>
        <p:grpSpPr>
          <a:xfrm>
            <a:off x="8626682" y="6436341"/>
            <a:ext cx="244186" cy="261343"/>
            <a:chOff x="7469579" y="5667163"/>
            <a:chExt cx="427512" cy="389253"/>
          </a:xfrm>
        </p:grpSpPr>
        <p:cxnSp>
          <p:nvCxnSpPr>
            <p:cNvPr id="4" name="Gerader Verbinder 3">
              <a:extLst>
                <a:ext uri="{FF2B5EF4-FFF2-40B4-BE49-F238E27FC236}">
                  <a16:creationId xmlns:a16="http://schemas.microsoft.com/office/drawing/2014/main" id="{995E05EF-0127-D561-6779-F04329FED0DE}"/>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Gerader Verbinder 4">
              <a:extLst>
                <a:ext uri="{FF2B5EF4-FFF2-40B4-BE49-F238E27FC236}">
                  <a16:creationId xmlns:a16="http://schemas.microsoft.com/office/drawing/2014/main" id="{EDB2F485-20F8-6405-573F-812A0A6C0BE1}"/>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Textfeld 5">
            <a:extLst>
              <a:ext uri="{FF2B5EF4-FFF2-40B4-BE49-F238E27FC236}">
                <a16:creationId xmlns:a16="http://schemas.microsoft.com/office/drawing/2014/main" id="{EC03EAC1-2C05-CE50-55FC-35C512B2F6CF}"/>
              </a:ext>
            </a:extLst>
          </p:cNvPr>
          <p:cNvSpPr txBox="1"/>
          <p:nvPr/>
        </p:nvSpPr>
        <p:spPr>
          <a:xfrm>
            <a:off x="921526" y="5513826"/>
            <a:ext cx="1903085" cy="369332"/>
          </a:xfrm>
          <a:prstGeom prst="rect">
            <a:avLst/>
          </a:prstGeom>
          <a:noFill/>
        </p:spPr>
        <p:txBody>
          <a:bodyPr wrap="none" rtlCol="0">
            <a:spAutoFit/>
          </a:bodyPr>
          <a:lstStyle/>
          <a:p>
            <a:r>
              <a:rPr lang="de-DE" dirty="0"/>
              <a:t>(in Modul gpt4all)</a:t>
            </a:r>
          </a:p>
        </p:txBody>
      </p:sp>
    </p:spTree>
    <p:extLst>
      <p:ext uri="{BB962C8B-B14F-4D97-AF65-F5344CB8AC3E}">
        <p14:creationId xmlns:p14="http://schemas.microsoft.com/office/powerpoint/2010/main" val="50855481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bg/>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animBg="1"/>
      <p:bldP spid="7" grpId="0" animBg="1"/>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1D7B437-C80C-C9CC-2639-AA1EA6025A14}"/>
            </a:ext>
          </a:extLst>
        </p:cNvPr>
        <p:cNvGrpSpPr/>
        <p:nvPr/>
      </p:nvGrpSpPr>
      <p:grpSpPr>
        <a:xfrm>
          <a:off x="0" y="0"/>
          <a:ext cx="0" cy="0"/>
          <a:chOff x="0" y="0"/>
          <a:chExt cx="0" cy="0"/>
        </a:xfrm>
      </p:grpSpPr>
      <p:sp>
        <p:nvSpPr>
          <p:cNvPr id="4" name="Titel 1">
            <a:extLst>
              <a:ext uri="{FF2B5EF4-FFF2-40B4-BE49-F238E27FC236}">
                <a16:creationId xmlns:a16="http://schemas.microsoft.com/office/drawing/2014/main" id="{16495FBB-7DF8-9C80-B52A-6C54763116D4}"/>
              </a:ext>
            </a:extLst>
          </p:cNvPr>
          <p:cNvSpPr txBox="1">
            <a:spLocks/>
          </p:cNvSpPr>
          <p:nvPr/>
        </p:nvSpPr>
        <p:spPr>
          <a:xfrm>
            <a:off x="1679007" y="272614"/>
            <a:ext cx="6136142"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t>Programmieren</a:t>
            </a:r>
          </a:p>
        </p:txBody>
      </p:sp>
      <p:pic>
        <p:nvPicPr>
          <p:cNvPr id="6" name="Grafik 5">
            <a:extLst>
              <a:ext uri="{FF2B5EF4-FFF2-40B4-BE49-F238E27FC236}">
                <a16:creationId xmlns:a16="http://schemas.microsoft.com/office/drawing/2014/main" id="{C92B868A-9172-DF01-8E54-17C20448E956}"/>
              </a:ext>
            </a:extLst>
          </p:cNvPr>
          <p:cNvPicPr>
            <a:picLocks noChangeAspect="1"/>
          </p:cNvPicPr>
          <p:nvPr/>
        </p:nvPicPr>
        <p:blipFill>
          <a:blip r:embed="rId2"/>
          <a:stretch>
            <a:fillRect/>
          </a:stretch>
        </p:blipFill>
        <p:spPr>
          <a:xfrm>
            <a:off x="580571" y="455414"/>
            <a:ext cx="714475" cy="628571"/>
          </a:xfrm>
          <a:prstGeom prst="rect">
            <a:avLst/>
          </a:prstGeom>
        </p:spPr>
      </p:pic>
      <p:sp>
        <p:nvSpPr>
          <p:cNvPr id="11" name="Inhaltsplatzhalter 2">
            <a:extLst>
              <a:ext uri="{FF2B5EF4-FFF2-40B4-BE49-F238E27FC236}">
                <a16:creationId xmlns:a16="http://schemas.microsoft.com/office/drawing/2014/main" id="{6DE576C2-3FFC-41F0-E4E0-BF677F3D898E}"/>
              </a:ext>
            </a:extLst>
          </p:cNvPr>
          <p:cNvSpPr>
            <a:spLocks noGrp="1"/>
          </p:cNvSpPr>
          <p:nvPr>
            <p:ph idx="1"/>
          </p:nvPr>
        </p:nvSpPr>
        <p:spPr>
          <a:xfrm>
            <a:off x="628650" y="1825625"/>
            <a:ext cx="7886700" cy="4351338"/>
          </a:xfrm>
        </p:spPr>
        <p:txBody>
          <a:bodyPr>
            <a:normAutofit lnSpcReduction="10000"/>
          </a:bodyPr>
          <a:lstStyle/>
          <a:p>
            <a:r>
              <a:rPr lang="de-DE" dirty="0"/>
              <a:t>Python-Skript „chat_bot.py“ anlegen</a:t>
            </a:r>
          </a:p>
          <a:p>
            <a:endParaRPr lang="de-DE" dirty="0"/>
          </a:p>
          <a:p>
            <a:r>
              <a:rPr lang="de-DE" dirty="0"/>
              <a:t>importieren: gpt4all</a:t>
            </a:r>
          </a:p>
          <a:p>
            <a:endParaRPr lang="de-DE" dirty="0"/>
          </a:p>
          <a:p>
            <a:r>
              <a:rPr lang="de-DE" dirty="0"/>
              <a:t>GPT4All-Objekt erzeugen</a:t>
            </a:r>
          </a:p>
          <a:p>
            <a:endParaRPr lang="de-DE" dirty="0"/>
          </a:p>
          <a:p>
            <a:r>
              <a:rPr lang="de-DE" dirty="0"/>
              <a:t>generate-Methode aufrufen</a:t>
            </a:r>
          </a:p>
          <a:p>
            <a:endParaRPr lang="de-DE" dirty="0"/>
          </a:p>
          <a:p>
            <a:r>
              <a:rPr lang="de-DE" dirty="0" err="1"/>
              <a:t>return</a:t>
            </a:r>
            <a:r>
              <a:rPr lang="de-DE" dirty="0"/>
              <a:t>-Wert ausgeben</a:t>
            </a:r>
          </a:p>
          <a:p>
            <a:endParaRPr lang="de-DE" dirty="0"/>
          </a:p>
        </p:txBody>
      </p:sp>
      <p:grpSp>
        <p:nvGrpSpPr>
          <p:cNvPr id="2" name="Gruppieren 1">
            <a:extLst>
              <a:ext uri="{FF2B5EF4-FFF2-40B4-BE49-F238E27FC236}">
                <a16:creationId xmlns:a16="http://schemas.microsoft.com/office/drawing/2014/main" id="{AF84ECC2-EC81-531D-8F88-8DF9738B4DF7}"/>
              </a:ext>
            </a:extLst>
          </p:cNvPr>
          <p:cNvGrpSpPr/>
          <p:nvPr/>
        </p:nvGrpSpPr>
        <p:grpSpPr>
          <a:xfrm>
            <a:off x="8626682" y="6436341"/>
            <a:ext cx="244186" cy="261343"/>
            <a:chOff x="7469579" y="5667163"/>
            <a:chExt cx="427512" cy="389253"/>
          </a:xfrm>
        </p:grpSpPr>
        <p:cxnSp>
          <p:nvCxnSpPr>
            <p:cNvPr id="3" name="Gerader Verbinder 2">
              <a:extLst>
                <a:ext uri="{FF2B5EF4-FFF2-40B4-BE49-F238E27FC236}">
                  <a16:creationId xmlns:a16="http://schemas.microsoft.com/office/drawing/2014/main" id="{2ED367BB-FE95-CD1F-F541-8F8FE63B1B8F}"/>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Gerader Verbinder 4">
              <a:extLst>
                <a:ext uri="{FF2B5EF4-FFF2-40B4-BE49-F238E27FC236}">
                  <a16:creationId xmlns:a16="http://schemas.microsoft.com/office/drawing/2014/main" id="{DAAF4D6F-6868-ED5E-3DF4-354330B08A4F}"/>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617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AC3E67C-3C67-509F-AD1F-9F8E70940B56}"/>
            </a:ext>
          </a:extLst>
        </p:cNvPr>
        <p:cNvGrpSpPr/>
        <p:nvPr/>
      </p:nvGrpSpPr>
      <p:grpSpPr>
        <a:xfrm>
          <a:off x="0" y="0"/>
          <a:ext cx="0" cy="0"/>
          <a:chOff x="0" y="0"/>
          <a:chExt cx="0" cy="0"/>
        </a:xfrm>
      </p:grpSpPr>
      <p:sp>
        <p:nvSpPr>
          <p:cNvPr id="4" name="Inhaltsplatzhalter 3">
            <a:extLst>
              <a:ext uri="{FF2B5EF4-FFF2-40B4-BE49-F238E27FC236}">
                <a16:creationId xmlns:a16="http://schemas.microsoft.com/office/drawing/2014/main" id="{33EB0942-539B-17AE-D811-A43D4F176D8A}"/>
              </a:ext>
            </a:extLst>
          </p:cNvPr>
          <p:cNvSpPr>
            <a:spLocks noGrp="1"/>
          </p:cNvSpPr>
          <p:nvPr>
            <p:ph idx="1"/>
          </p:nvPr>
        </p:nvSpPr>
        <p:spPr/>
        <p:txBody>
          <a:bodyPr/>
          <a:lstStyle/>
          <a:p>
            <a:r>
              <a:rPr lang="de-DE" b="1" dirty="0" err="1"/>
              <a:t>temp</a:t>
            </a:r>
            <a:r>
              <a:rPr lang="de-DE" dirty="0"/>
              <a:t>:</a:t>
            </a:r>
          </a:p>
          <a:p>
            <a:pPr lvl="1"/>
            <a:r>
              <a:rPr lang="de-DE" dirty="0"/>
              <a:t>Variation der Antworten</a:t>
            </a:r>
          </a:p>
          <a:p>
            <a:pPr lvl="1"/>
            <a:r>
              <a:rPr lang="de-DE" dirty="0"/>
              <a:t>1.0 → Antworten variieren stark</a:t>
            </a:r>
          </a:p>
          <a:p>
            <a:pPr lvl="1"/>
            <a:r>
              <a:rPr lang="de-DE" dirty="0"/>
              <a:t>0.0 → Antwort immer gleich</a:t>
            </a:r>
          </a:p>
          <a:p>
            <a:endParaRPr lang="de-DE" dirty="0"/>
          </a:p>
          <a:p>
            <a:r>
              <a:rPr lang="de-DE" b="1" dirty="0" err="1"/>
              <a:t>max_tokens</a:t>
            </a:r>
            <a:r>
              <a:rPr lang="de-DE" dirty="0"/>
              <a:t>:</a:t>
            </a:r>
          </a:p>
          <a:p>
            <a:pPr lvl="1"/>
            <a:r>
              <a:rPr lang="de-DE" dirty="0"/>
              <a:t>maximale Anzahl der Antwort-Tokens</a:t>
            </a:r>
          </a:p>
          <a:p>
            <a:pPr lvl="1"/>
            <a:r>
              <a:rPr lang="de-DE" dirty="0"/>
              <a:t>Antworten werden ggf. abgeschnitten.</a:t>
            </a:r>
          </a:p>
        </p:txBody>
      </p:sp>
      <p:sp>
        <p:nvSpPr>
          <p:cNvPr id="2" name="Titel 1">
            <a:extLst>
              <a:ext uri="{FF2B5EF4-FFF2-40B4-BE49-F238E27FC236}">
                <a16:creationId xmlns:a16="http://schemas.microsoft.com/office/drawing/2014/main" id="{937439B9-18D4-798C-B09F-C95A922E5727}"/>
              </a:ext>
            </a:extLst>
          </p:cNvPr>
          <p:cNvSpPr>
            <a:spLocks noGrp="1"/>
          </p:cNvSpPr>
          <p:nvPr>
            <p:ph type="title"/>
          </p:nvPr>
        </p:nvSpPr>
        <p:spPr>
          <a:xfrm>
            <a:off x="628650" y="365126"/>
            <a:ext cx="7886700" cy="1030537"/>
          </a:xfrm>
        </p:spPr>
        <p:txBody>
          <a:bodyPr vert="horz" lIns="91440" tIns="45720" rIns="91440" bIns="45720" rtlCol="0" anchor="ctr">
            <a:normAutofit/>
          </a:bodyPr>
          <a:lstStyle/>
          <a:p>
            <a:r>
              <a:rPr lang="de-DE" dirty="0"/>
              <a:t>Parameter: </a:t>
            </a:r>
            <a:r>
              <a:rPr lang="de-DE" dirty="0" err="1"/>
              <a:t>temp</a:t>
            </a:r>
            <a:r>
              <a:rPr lang="de-DE" dirty="0"/>
              <a:t>, </a:t>
            </a:r>
            <a:r>
              <a:rPr lang="de-DE" dirty="0" err="1"/>
              <a:t>max_tokens</a:t>
            </a:r>
            <a:endParaRPr lang="de-DE" dirty="0"/>
          </a:p>
        </p:txBody>
      </p:sp>
      <p:grpSp>
        <p:nvGrpSpPr>
          <p:cNvPr id="5" name="Gruppieren 4">
            <a:extLst>
              <a:ext uri="{FF2B5EF4-FFF2-40B4-BE49-F238E27FC236}">
                <a16:creationId xmlns:a16="http://schemas.microsoft.com/office/drawing/2014/main" id="{C990B842-6236-B3F4-AA28-3DBE1338EFE7}"/>
              </a:ext>
            </a:extLst>
          </p:cNvPr>
          <p:cNvGrpSpPr/>
          <p:nvPr/>
        </p:nvGrpSpPr>
        <p:grpSpPr>
          <a:xfrm>
            <a:off x="8626682" y="6436341"/>
            <a:ext cx="244186" cy="261343"/>
            <a:chOff x="7469579" y="5667163"/>
            <a:chExt cx="427512" cy="389253"/>
          </a:xfrm>
        </p:grpSpPr>
        <p:cxnSp>
          <p:nvCxnSpPr>
            <p:cNvPr id="6" name="Gerader Verbinder 5">
              <a:extLst>
                <a:ext uri="{FF2B5EF4-FFF2-40B4-BE49-F238E27FC236}">
                  <a16:creationId xmlns:a16="http://schemas.microsoft.com/office/drawing/2014/main" id="{DE9A949C-BEAF-BF43-2BDE-54D4A568DBE9}"/>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Gerader Verbinder 7">
              <a:extLst>
                <a:ext uri="{FF2B5EF4-FFF2-40B4-BE49-F238E27FC236}">
                  <a16:creationId xmlns:a16="http://schemas.microsoft.com/office/drawing/2014/main" id="{1B0ABF4F-2A07-C172-F064-131992485941}"/>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4251709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1EB7852-B5CC-11BF-C1CF-C8D354F3D0B5}"/>
            </a:ext>
          </a:extLst>
        </p:cNvPr>
        <p:cNvGrpSpPr/>
        <p:nvPr/>
      </p:nvGrpSpPr>
      <p:grpSpPr>
        <a:xfrm>
          <a:off x="0" y="0"/>
          <a:ext cx="0" cy="0"/>
          <a:chOff x="0" y="0"/>
          <a:chExt cx="0" cy="0"/>
        </a:xfrm>
      </p:grpSpPr>
      <p:sp>
        <p:nvSpPr>
          <p:cNvPr id="4" name="Titel 1">
            <a:extLst>
              <a:ext uri="{FF2B5EF4-FFF2-40B4-BE49-F238E27FC236}">
                <a16:creationId xmlns:a16="http://schemas.microsoft.com/office/drawing/2014/main" id="{E21D394F-3C7C-A3AE-122B-806EE719BAF1}"/>
              </a:ext>
            </a:extLst>
          </p:cNvPr>
          <p:cNvSpPr txBox="1">
            <a:spLocks/>
          </p:cNvSpPr>
          <p:nvPr/>
        </p:nvSpPr>
        <p:spPr>
          <a:xfrm>
            <a:off x="1679007" y="272614"/>
            <a:ext cx="6136142"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t>Programmieren</a:t>
            </a:r>
          </a:p>
        </p:txBody>
      </p:sp>
      <p:pic>
        <p:nvPicPr>
          <p:cNvPr id="6" name="Grafik 5">
            <a:extLst>
              <a:ext uri="{FF2B5EF4-FFF2-40B4-BE49-F238E27FC236}">
                <a16:creationId xmlns:a16="http://schemas.microsoft.com/office/drawing/2014/main" id="{E049ECFC-3348-3072-FCC1-8A852874990A}"/>
              </a:ext>
            </a:extLst>
          </p:cNvPr>
          <p:cNvPicPr>
            <a:picLocks noChangeAspect="1"/>
          </p:cNvPicPr>
          <p:nvPr/>
        </p:nvPicPr>
        <p:blipFill>
          <a:blip r:embed="rId2"/>
          <a:stretch>
            <a:fillRect/>
          </a:stretch>
        </p:blipFill>
        <p:spPr>
          <a:xfrm>
            <a:off x="580571" y="455414"/>
            <a:ext cx="714475" cy="628571"/>
          </a:xfrm>
          <a:prstGeom prst="rect">
            <a:avLst/>
          </a:prstGeom>
        </p:spPr>
      </p:pic>
      <p:sp>
        <p:nvSpPr>
          <p:cNvPr id="11" name="Inhaltsplatzhalter 2">
            <a:extLst>
              <a:ext uri="{FF2B5EF4-FFF2-40B4-BE49-F238E27FC236}">
                <a16:creationId xmlns:a16="http://schemas.microsoft.com/office/drawing/2014/main" id="{9C9ABCEA-A943-C7E2-C1F6-588BE0FA63F3}"/>
              </a:ext>
            </a:extLst>
          </p:cNvPr>
          <p:cNvSpPr>
            <a:spLocks noGrp="1"/>
          </p:cNvSpPr>
          <p:nvPr>
            <p:ph idx="1"/>
          </p:nvPr>
        </p:nvSpPr>
        <p:spPr>
          <a:xfrm>
            <a:off x="628650" y="1825625"/>
            <a:ext cx="7886700" cy="4351338"/>
          </a:xfrm>
        </p:spPr>
        <p:txBody>
          <a:bodyPr>
            <a:normAutofit/>
          </a:bodyPr>
          <a:lstStyle/>
          <a:p>
            <a:endParaRPr lang="de-DE" dirty="0"/>
          </a:p>
          <a:p>
            <a:r>
              <a:rPr lang="de-DE" dirty="0"/>
              <a:t>Probiere den </a:t>
            </a:r>
            <a:r>
              <a:rPr lang="de-DE" dirty="0" err="1"/>
              <a:t>temp</a:t>
            </a:r>
            <a:r>
              <a:rPr lang="de-DE" dirty="0"/>
              <a:t>-Parameter aus!</a:t>
            </a:r>
          </a:p>
          <a:p>
            <a:endParaRPr lang="de-DE" dirty="0"/>
          </a:p>
          <a:p>
            <a:r>
              <a:rPr lang="de-DE" dirty="0"/>
              <a:t>Probiere den </a:t>
            </a:r>
            <a:r>
              <a:rPr lang="de-DE" dirty="0" err="1"/>
              <a:t>max_tokens</a:t>
            </a:r>
            <a:r>
              <a:rPr lang="de-DE" dirty="0"/>
              <a:t>-Parameter aus!</a:t>
            </a:r>
          </a:p>
        </p:txBody>
      </p:sp>
      <p:grpSp>
        <p:nvGrpSpPr>
          <p:cNvPr id="2" name="Gruppieren 1">
            <a:extLst>
              <a:ext uri="{FF2B5EF4-FFF2-40B4-BE49-F238E27FC236}">
                <a16:creationId xmlns:a16="http://schemas.microsoft.com/office/drawing/2014/main" id="{9C8A5724-219C-C787-43A0-22D2FA1A40AA}"/>
              </a:ext>
            </a:extLst>
          </p:cNvPr>
          <p:cNvGrpSpPr/>
          <p:nvPr/>
        </p:nvGrpSpPr>
        <p:grpSpPr>
          <a:xfrm>
            <a:off x="8626682" y="6436341"/>
            <a:ext cx="244186" cy="261343"/>
            <a:chOff x="7469579" y="5667163"/>
            <a:chExt cx="427512" cy="389253"/>
          </a:xfrm>
        </p:grpSpPr>
        <p:cxnSp>
          <p:nvCxnSpPr>
            <p:cNvPr id="3" name="Gerader Verbinder 2">
              <a:extLst>
                <a:ext uri="{FF2B5EF4-FFF2-40B4-BE49-F238E27FC236}">
                  <a16:creationId xmlns:a16="http://schemas.microsoft.com/office/drawing/2014/main" id="{BCB1A767-3484-7CF4-5BAB-C4E6A854539B}"/>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Gerader Verbinder 4">
              <a:extLst>
                <a:ext uri="{FF2B5EF4-FFF2-40B4-BE49-F238E27FC236}">
                  <a16:creationId xmlns:a16="http://schemas.microsoft.com/office/drawing/2014/main" id="{16ED53E0-2C3E-AC33-19A6-B117F76C2D57}"/>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3016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7D09B98-0A41-2EE2-72A5-B3EFEBD0E5D4}"/>
            </a:ext>
          </a:extLst>
        </p:cNvPr>
        <p:cNvGrpSpPr/>
        <p:nvPr/>
      </p:nvGrpSpPr>
      <p:grpSpPr>
        <a:xfrm>
          <a:off x="0" y="0"/>
          <a:ext cx="0" cy="0"/>
          <a:chOff x="0" y="0"/>
          <a:chExt cx="0" cy="0"/>
        </a:xfrm>
      </p:grpSpPr>
      <p:sp>
        <p:nvSpPr>
          <p:cNvPr id="4" name="Titel 3"/>
          <p:cNvSpPr>
            <a:spLocks noGrp="1"/>
          </p:cNvSpPr>
          <p:nvPr>
            <p:ph type="title"/>
          </p:nvPr>
        </p:nvSpPr>
        <p:spPr/>
        <p:txBody>
          <a:bodyPr vert="horz" lIns="91440" tIns="45720" rIns="91440" bIns="45720" rtlCol="0" anchor="ctr">
            <a:normAutofit/>
          </a:bodyPr>
          <a:lstStyle/>
          <a:p>
            <a:r>
              <a:rPr lang="de-DE" dirty="0"/>
              <a:t>Streaming</a:t>
            </a:r>
          </a:p>
        </p:txBody>
      </p:sp>
      <p:sp>
        <p:nvSpPr>
          <p:cNvPr id="2" name="Inhaltsplatzhalter 3">
            <a:extLst>
              <a:ext uri="{FF2B5EF4-FFF2-40B4-BE49-F238E27FC236}">
                <a16:creationId xmlns:a16="http://schemas.microsoft.com/office/drawing/2014/main" id="{4B64671F-3152-94CF-F860-D11A6EDFDD2A}"/>
              </a:ext>
            </a:extLst>
          </p:cNvPr>
          <p:cNvSpPr>
            <a:spLocks noGrp="1"/>
          </p:cNvSpPr>
          <p:nvPr>
            <p:ph idx="1"/>
          </p:nvPr>
        </p:nvSpPr>
        <p:spPr>
          <a:xfrm>
            <a:off x="628650" y="1825625"/>
            <a:ext cx="7886700" cy="4351338"/>
          </a:xfrm>
        </p:spPr>
        <p:txBody>
          <a:bodyPr/>
          <a:lstStyle/>
          <a:p>
            <a:r>
              <a:rPr lang="de-DE" dirty="0"/>
              <a:t>Das Sprachmodell berechnet die Ausgabe-Token nacheinander.</a:t>
            </a:r>
          </a:p>
          <a:p>
            <a:endParaRPr lang="de-DE" dirty="0"/>
          </a:p>
          <a:p>
            <a:r>
              <a:rPr lang="de-DE" dirty="0" err="1"/>
              <a:t>generate</a:t>
            </a:r>
            <a:r>
              <a:rPr lang="de-DE" dirty="0"/>
              <a:t>("...") wartet bis alle Token berechnet sind </a:t>
            </a:r>
          </a:p>
          <a:p>
            <a:pPr marL="457200" lvl="1" indent="0">
              <a:buNone/>
            </a:pPr>
            <a:r>
              <a:rPr lang="de-DE" dirty="0"/>
              <a:t>→ dauert lange</a:t>
            </a:r>
          </a:p>
          <a:p>
            <a:endParaRPr lang="de-DE" dirty="0"/>
          </a:p>
          <a:p>
            <a:r>
              <a:rPr lang="de-DE" dirty="0"/>
              <a:t>Streaming liefert jedes neue Ausgabe-Token sofort aus!</a:t>
            </a:r>
          </a:p>
          <a:p>
            <a:endParaRPr lang="de-DE" dirty="0"/>
          </a:p>
        </p:txBody>
      </p:sp>
      <p:grpSp>
        <p:nvGrpSpPr>
          <p:cNvPr id="5" name="Gruppieren 4">
            <a:extLst>
              <a:ext uri="{FF2B5EF4-FFF2-40B4-BE49-F238E27FC236}">
                <a16:creationId xmlns:a16="http://schemas.microsoft.com/office/drawing/2014/main" id="{534DF8AD-D515-1D59-805E-7CA8083E1C73}"/>
              </a:ext>
            </a:extLst>
          </p:cNvPr>
          <p:cNvGrpSpPr/>
          <p:nvPr/>
        </p:nvGrpSpPr>
        <p:grpSpPr>
          <a:xfrm>
            <a:off x="8626682" y="6436341"/>
            <a:ext cx="244186" cy="261343"/>
            <a:chOff x="7469579" y="5667163"/>
            <a:chExt cx="427512" cy="389253"/>
          </a:xfrm>
        </p:grpSpPr>
        <p:cxnSp>
          <p:nvCxnSpPr>
            <p:cNvPr id="6" name="Gerader Verbinder 5">
              <a:extLst>
                <a:ext uri="{FF2B5EF4-FFF2-40B4-BE49-F238E27FC236}">
                  <a16:creationId xmlns:a16="http://schemas.microsoft.com/office/drawing/2014/main" id="{70093090-F3E9-6DCC-8351-1058795F2072}"/>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Gerader Verbinder 6">
              <a:extLst>
                <a:ext uri="{FF2B5EF4-FFF2-40B4-BE49-F238E27FC236}">
                  <a16:creationId xmlns:a16="http://schemas.microsoft.com/office/drawing/2014/main" id="{959F9AF3-8465-A59C-B2A0-AFC3F2FB059D}"/>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915493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9C61931-5F8F-E28F-092A-8E8219B36BD8}"/>
            </a:ext>
          </a:extLst>
        </p:cNvPr>
        <p:cNvGrpSpPr/>
        <p:nvPr/>
      </p:nvGrpSpPr>
      <p:grpSpPr>
        <a:xfrm>
          <a:off x="0" y="0"/>
          <a:ext cx="0" cy="0"/>
          <a:chOff x="0" y="0"/>
          <a:chExt cx="0" cy="0"/>
        </a:xfrm>
      </p:grpSpPr>
      <p:sp>
        <p:nvSpPr>
          <p:cNvPr id="4" name="Titel 1">
            <a:extLst>
              <a:ext uri="{FF2B5EF4-FFF2-40B4-BE49-F238E27FC236}">
                <a16:creationId xmlns:a16="http://schemas.microsoft.com/office/drawing/2014/main" id="{AC897E00-DD0B-A716-31F9-0BE61C432754}"/>
              </a:ext>
            </a:extLst>
          </p:cNvPr>
          <p:cNvSpPr txBox="1">
            <a:spLocks/>
          </p:cNvSpPr>
          <p:nvPr/>
        </p:nvSpPr>
        <p:spPr>
          <a:xfrm>
            <a:off x="1679007" y="272614"/>
            <a:ext cx="6136142"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t>Streaming</a:t>
            </a:r>
          </a:p>
        </p:txBody>
      </p:sp>
      <p:pic>
        <p:nvPicPr>
          <p:cNvPr id="6" name="Grafik 5">
            <a:extLst>
              <a:ext uri="{FF2B5EF4-FFF2-40B4-BE49-F238E27FC236}">
                <a16:creationId xmlns:a16="http://schemas.microsoft.com/office/drawing/2014/main" id="{D1A5A0EE-AAED-AF71-4398-4850BA82AC26}"/>
              </a:ext>
            </a:extLst>
          </p:cNvPr>
          <p:cNvPicPr>
            <a:picLocks noChangeAspect="1"/>
          </p:cNvPicPr>
          <p:nvPr/>
        </p:nvPicPr>
        <p:blipFill>
          <a:blip r:embed="rId2"/>
          <a:stretch>
            <a:fillRect/>
          </a:stretch>
        </p:blipFill>
        <p:spPr>
          <a:xfrm>
            <a:off x="580571" y="455414"/>
            <a:ext cx="714475" cy="628571"/>
          </a:xfrm>
          <a:prstGeom prst="rect">
            <a:avLst/>
          </a:prstGeom>
        </p:spPr>
      </p:pic>
      <p:sp>
        <p:nvSpPr>
          <p:cNvPr id="11" name="Inhaltsplatzhalter 2">
            <a:extLst>
              <a:ext uri="{FF2B5EF4-FFF2-40B4-BE49-F238E27FC236}">
                <a16:creationId xmlns:a16="http://schemas.microsoft.com/office/drawing/2014/main" id="{A071670A-EFDC-90A8-C9B5-E93B90675F98}"/>
              </a:ext>
            </a:extLst>
          </p:cNvPr>
          <p:cNvSpPr>
            <a:spLocks noGrp="1"/>
          </p:cNvSpPr>
          <p:nvPr>
            <p:ph idx="1"/>
          </p:nvPr>
        </p:nvSpPr>
        <p:spPr>
          <a:xfrm>
            <a:off x="628650" y="1825625"/>
            <a:ext cx="7886700" cy="4351338"/>
          </a:xfrm>
        </p:spPr>
        <p:txBody>
          <a:bodyPr>
            <a:normAutofit/>
          </a:bodyPr>
          <a:lstStyle/>
          <a:p>
            <a:r>
              <a:rPr lang="de-DE" dirty="0"/>
              <a:t>Streaming aktivieren:</a:t>
            </a:r>
          </a:p>
          <a:p>
            <a:pPr lvl="1"/>
            <a:r>
              <a:rPr lang="de-DE" b="1" dirty="0" err="1"/>
              <a:t>model.generate</a:t>
            </a:r>
            <a:r>
              <a:rPr lang="de-DE" dirty="0"/>
              <a:t>(… , </a:t>
            </a:r>
            <a:r>
              <a:rPr lang="de-DE" b="1" dirty="0" err="1"/>
              <a:t>streaming</a:t>
            </a:r>
            <a:r>
              <a:rPr lang="de-DE" b="1" dirty="0"/>
              <a:t>=True</a:t>
            </a:r>
            <a:r>
              <a:rPr lang="de-DE" dirty="0"/>
              <a:t>, …)</a:t>
            </a:r>
          </a:p>
          <a:p>
            <a:pPr lvl="1"/>
            <a:r>
              <a:rPr lang="de-DE" dirty="0"/>
              <a:t>Baue den </a:t>
            </a:r>
            <a:r>
              <a:rPr lang="de-DE" dirty="0" err="1"/>
              <a:t>generate</a:t>
            </a:r>
            <a:r>
              <a:rPr lang="de-DE" dirty="0"/>
              <a:t>()-Aufruf anstelle von </a:t>
            </a:r>
            <a:r>
              <a:rPr lang="de-DE" dirty="0" err="1"/>
              <a:t>range</a:t>
            </a:r>
            <a:r>
              <a:rPr lang="de-DE" dirty="0"/>
              <a:t>() in eine </a:t>
            </a:r>
            <a:r>
              <a:rPr lang="de-DE" b="1" dirty="0" err="1"/>
              <a:t>for</a:t>
            </a:r>
            <a:r>
              <a:rPr lang="de-DE" dirty="0"/>
              <a:t>-Schleife ein!</a:t>
            </a:r>
          </a:p>
          <a:p>
            <a:pPr lvl="1"/>
            <a:r>
              <a:rPr lang="de-DE" dirty="0"/>
              <a:t>Hole die Token in der </a:t>
            </a:r>
            <a:r>
              <a:rPr lang="de-DE" dirty="0" err="1"/>
              <a:t>for</a:t>
            </a:r>
            <a:r>
              <a:rPr lang="de-DE" dirty="0"/>
              <a:t>-Schleife ab!</a:t>
            </a:r>
          </a:p>
          <a:p>
            <a:endParaRPr lang="de-DE" dirty="0"/>
          </a:p>
          <a:p>
            <a:r>
              <a:rPr lang="de-DE" dirty="0"/>
              <a:t>Füge bei </a:t>
            </a:r>
            <a:r>
              <a:rPr lang="de-DE" b="1" dirty="0" err="1"/>
              <a:t>print</a:t>
            </a:r>
            <a:r>
              <a:rPr lang="de-DE" b="1" dirty="0"/>
              <a:t>() </a:t>
            </a:r>
            <a:r>
              <a:rPr lang="de-DE" dirty="0"/>
              <a:t>folgende Parameter hinzu:</a:t>
            </a:r>
          </a:p>
          <a:p>
            <a:pPr lvl="1"/>
            <a:r>
              <a:rPr lang="de-DE" b="1" dirty="0"/>
              <a:t>end="" </a:t>
            </a:r>
            <a:r>
              <a:rPr lang="de-DE" dirty="0"/>
              <a:t>(Zeilenumbruch unterbinden)</a:t>
            </a:r>
          </a:p>
          <a:p>
            <a:pPr lvl="1"/>
            <a:r>
              <a:rPr lang="de-DE" b="1" dirty="0" err="1"/>
              <a:t>flush</a:t>
            </a:r>
            <a:r>
              <a:rPr lang="de-DE" b="1" dirty="0"/>
              <a:t>=True </a:t>
            </a:r>
            <a:r>
              <a:rPr lang="de-DE" dirty="0"/>
              <a:t>(sofort ausgeben)</a:t>
            </a:r>
          </a:p>
        </p:txBody>
      </p:sp>
      <p:grpSp>
        <p:nvGrpSpPr>
          <p:cNvPr id="2" name="Gruppieren 1">
            <a:extLst>
              <a:ext uri="{FF2B5EF4-FFF2-40B4-BE49-F238E27FC236}">
                <a16:creationId xmlns:a16="http://schemas.microsoft.com/office/drawing/2014/main" id="{7F3450AD-22FC-927B-65B9-16021F2D66DF}"/>
              </a:ext>
            </a:extLst>
          </p:cNvPr>
          <p:cNvGrpSpPr/>
          <p:nvPr/>
        </p:nvGrpSpPr>
        <p:grpSpPr>
          <a:xfrm>
            <a:off x="8626682" y="6436341"/>
            <a:ext cx="244186" cy="261343"/>
            <a:chOff x="7469579" y="5667163"/>
            <a:chExt cx="427512" cy="389253"/>
          </a:xfrm>
        </p:grpSpPr>
        <p:cxnSp>
          <p:nvCxnSpPr>
            <p:cNvPr id="3" name="Gerader Verbinder 2">
              <a:extLst>
                <a:ext uri="{FF2B5EF4-FFF2-40B4-BE49-F238E27FC236}">
                  <a16:creationId xmlns:a16="http://schemas.microsoft.com/office/drawing/2014/main" id="{2BD82F4E-0CDA-FD8B-A90D-D502477C9A47}"/>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Gerader Verbinder 4">
              <a:extLst>
                <a:ext uri="{FF2B5EF4-FFF2-40B4-BE49-F238E27FC236}">
                  <a16:creationId xmlns:a16="http://schemas.microsoft.com/office/drawing/2014/main" id="{AE6FFCF4-F616-BAB1-727D-93BC2CCFE43A}"/>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97030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vert="horz" lIns="91440" tIns="45720" rIns="91440" bIns="45720" rtlCol="0" anchor="ctr">
            <a:normAutofit/>
          </a:bodyPr>
          <a:lstStyle/>
          <a:p>
            <a:r>
              <a:rPr lang="de-DE" dirty="0"/>
              <a:t>Prompt-Engineering</a:t>
            </a:r>
          </a:p>
        </p:txBody>
      </p:sp>
      <p:sp>
        <p:nvSpPr>
          <p:cNvPr id="3" name="Inhaltsplatzhalter 2"/>
          <p:cNvSpPr>
            <a:spLocks noGrp="1"/>
          </p:cNvSpPr>
          <p:nvPr>
            <p:ph idx="1"/>
          </p:nvPr>
        </p:nvSpPr>
        <p:spPr/>
        <p:txBody>
          <a:bodyPr>
            <a:normAutofit/>
          </a:bodyPr>
          <a:lstStyle/>
          <a:p>
            <a:pPr marL="0" indent="0">
              <a:buNone/>
            </a:pPr>
            <a:r>
              <a:rPr lang="de-DE" dirty="0" err="1"/>
              <a:t>KI</a:t>
            </a:r>
            <a:r>
              <a:rPr lang="de-DE" dirty="0"/>
              <a:t>-Modell benötigt:</a:t>
            </a:r>
          </a:p>
          <a:p>
            <a:r>
              <a:rPr lang="de-DE" dirty="0"/>
              <a:t>System-Prompt</a:t>
            </a:r>
          </a:p>
          <a:p>
            <a:pPr lvl="1"/>
            <a:r>
              <a:rPr lang="de-DE" dirty="0"/>
              <a:t>Persona </a:t>
            </a:r>
            <a:r>
              <a:rPr lang="de-DE" dirty="0">
                <a:latin typeface="Times New Roman" panose="02020603050405020304" pitchFamily="18" charset="0"/>
                <a:cs typeface="Times New Roman" panose="02020603050405020304" pitchFamily="18" charset="0"/>
              </a:rPr>
              <a:t>→ </a:t>
            </a:r>
            <a:r>
              <a:rPr lang="de-DE" dirty="0"/>
              <a:t>Verhalten</a:t>
            </a:r>
          </a:p>
          <a:p>
            <a:pPr marL="1028700" lvl="3" indent="0">
              <a:buNone/>
            </a:pPr>
            <a:r>
              <a:rPr lang="de-DE" dirty="0"/>
              <a:t>(z.B.: „Du bist ein hilfreicher Assistent.“)</a:t>
            </a:r>
          </a:p>
          <a:p>
            <a:pPr lvl="1"/>
            <a:r>
              <a:rPr lang="de-DE" dirty="0"/>
              <a:t>Anweisungen</a:t>
            </a:r>
          </a:p>
          <a:p>
            <a:pPr marL="1028700" lvl="3" indent="0">
              <a:buNone/>
            </a:pPr>
            <a:r>
              <a:rPr lang="de-DE" dirty="0"/>
              <a:t>(z.B.: „Gib alle Antworten in Deutsch!“)</a:t>
            </a:r>
          </a:p>
          <a:p>
            <a:r>
              <a:rPr lang="de-DE" dirty="0"/>
              <a:t>Kontext:</a:t>
            </a:r>
          </a:p>
          <a:p>
            <a:pPr marL="342900" lvl="1" indent="0">
              <a:buNone/>
            </a:pPr>
            <a:r>
              <a:rPr lang="de-DE" dirty="0"/>
              <a:t>alle bisherigen Fragen und Antworten</a:t>
            </a:r>
          </a:p>
          <a:p>
            <a:r>
              <a:rPr lang="de-DE" dirty="0"/>
              <a:t>Formatierungshilfen / Spezial-Token</a:t>
            </a:r>
          </a:p>
          <a:p>
            <a:pPr marL="685800" lvl="2" indent="0">
              <a:buNone/>
            </a:pPr>
            <a:r>
              <a:rPr lang="de-DE" dirty="0"/>
              <a:t>(z.B.: &lt;|</a:t>
            </a:r>
            <a:r>
              <a:rPr lang="de-DE" dirty="0" err="1"/>
              <a:t>begin_of_text</a:t>
            </a:r>
            <a:r>
              <a:rPr lang="de-DE" dirty="0"/>
              <a:t>|&gt;)</a:t>
            </a:r>
          </a:p>
        </p:txBody>
      </p:sp>
      <p:grpSp>
        <p:nvGrpSpPr>
          <p:cNvPr id="4" name="Gruppieren 3">
            <a:extLst>
              <a:ext uri="{FF2B5EF4-FFF2-40B4-BE49-F238E27FC236}">
                <a16:creationId xmlns:a16="http://schemas.microsoft.com/office/drawing/2014/main" id="{6B3FB8ED-7C46-324A-D9D6-A67A65569F4B}"/>
              </a:ext>
            </a:extLst>
          </p:cNvPr>
          <p:cNvGrpSpPr/>
          <p:nvPr/>
        </p:nvGrpSpPr>
        <p:grpSpPr>
          <a:xfrm>
            <a:off x="8626682" y="6436341"/>
            <a:ext cx="244186" cy="261343"/>
            <a:chOff x="7469579" y="5667163"/>
            <a:chExt cx="427512" cy="389253"/>
          </a:xfrm>
        </p:grpSpPr>
        <p:cxnSp>
          <p:nvCxnSpPr>
            <p:cNvPr id="5" name="Gerader Verbinder 4">
              <a:extLst>
                <a:ext uri="{FF2B5EF4-FFF2-40B4-BE49-F238E27FC236}">
                  <a16:creationId xmlns:a16="http://schemas.microsoft.com/office/drawing/2014/main" id="{7AE90BD1-14B7-ADE8-3BA2-01AA389E0F3A}"/>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B63B3DD0-DC03-5959-4077-F6F40431D92E}"/>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2093731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vert="horz" lIns="91440" tIns="45720" rIns="91440" bIns="45720" rtlCol="0" anchor="ctr">
            <a:normAutofit/>
          </a:bodyPr>
          <a:lstStyle/>
          <a:p>
            <a:r>
              <a:rPr lang="de-DE" dirty="0"/>
              <a:t>Prompt-Engineering für </a:t>
            </a:r>
            <a:r>
              <a:rPr lang="de-DE" dirty="0" err="1"/>
              <a:t>Llama</a:t>
            </a:r>
            <a:r>
              <a:rPr lang="de-DE" dirty="0"/>
              <a:t>-3-Modelle</a:t>
            </a:r>
          </a:p>
        </p:txBody>
      </p:sp>
      <p:sp>
        <p:nvSpPr>
          <p:cNvPr id="5" name="Textfeld 4"/>
          <p:cNvSpPr txBox="1"/>
          <p:nvPr/>
        </p:nvSpPr>
        <p:spPr>
          <a:xfrm>
            <a:off x="6121663" y="2485481"/>
            <a:ext cx="2692326" cy="1015663"/>
          </a:xfrm>
          <a:prstGeom prst="rect">
            <a:avLst/>
          </a:prstGeom>
          <a:noFill/>
        </p:spPr>
        <p:txBody>
          <a:bodyPr wrap="square" rtlCol="0">
            <a:spAutoFit/>
          </a:bodyPr>
          <a:lstStyle/>
          <a:p>
            <a:r>
              <a:rPr lang="de-DE" sz="2000" u="sng" dirty="0"/>
              <a:t>System-Prompt</a:t>
            </a:r>
          </a:p>
          <a:p>
            <a:r>
              <a:rPr lang="de-DE" sz="2000" dirty="0"/>
              <a:t>(bestimmt das Verhalten/Persona)</a:t>
            </a:r>
          </a:p>
        </p:txBody>
      </p:sp>
      <p:sp>
        <p:nvSpPr>
          <p:cNvPr id="7" name="Textfeld 6"/>
          <p:cNvSpPr txBox="1"/>
          <p:nvPr/>
        </p:nvSpPr>
        <p:spPr>
          <a:xfrm>
            <a:off x="522517" y="2124698"/>
            <a:ext cx="5599151" cy="1737231"/>
          </a:xfrm>
          <a:prstGeom prst="rect">
            <a:avLst/>
          </a:prstGeom>
          <a:solidFill>
            <a:schemeClr val="bg1"/>
          </a:solidFill>
          <a:ln w="25400">
            <a:solidFill>
              <a:schemeClr val="tx1"/>
            </a:solidFill>
          </a:ln>
        </p:spPr>
        <p:txBody>
          <a:bodyPr wrap="none" rtlCol="0" anchor="ctr" anchorCtr="0">
            <a:noAutofit/>
          </a:bodyPr>
          <a:lstStyle/>
          <a:p>
            <a:r>
              <a:rPr lang="en-US" sz="2000" b="1" dirty="0"/>
              <a:t>&lt;|</a:t>
            </a:r>
            <a:r>
              <a:rPr lang="en-US" sz="2000" b="1" dirty="0" err="1"/>
              <a:t>begin_of_text</a:t>
            </a:r>
            <a:r>
              <a:rPr lang="en-US" sz="2000" b="1" dirty="0"/>
              <a:t>|&gt;</a:t>
            </a:r>
          </a:p>
          <a:p>
            <a:r>
              <a:rPr lang="en-US" sz="2000" b="1" dirty="0"/>
              <a:t>&lt;|</a:t>
            </a:r>
            <a:r>
              <a:rPr lang="en-US" sz="2000" b="1" dirty="0" err="1"/>
              <a:t>start_header_id</a:t>
            </a:r>
            <a:r>
              <a:rPr lang="en-US" sz="2000" b="1" dirty="0"/>
              <a:t>|&gt;</a:t>
            </a:r>
            <a:r>
              <a:rPr lang="en-US" sz="2000" dirty="0"/>
              <a:t>system</a:t>
            </a:r>
            <a:r>
              <a:rPr lang="en-US" sz="2000" b="1" dirty="0"/>
              <a:t>&lt;|</a:t>
            </a:r>
            <a:r>
              <a:rPr lang="en-US" sz="2000" b="1" dirty="0" err="1"/>
              <a:t>end_header_id</a:t>
            </a:r>
            <a:r>
              <a:rPr lang="en-US" sz="2000" b="1" dirty="0"/>
              <a:t>|&gt;</a:t>
            </a:r>
          </a:p>
          <a:p>
            <a:r>
              <a:rPr lang="en-US" sz="2000" dirty="0"/>
              <a:t>Du </a:t>
            </a:r>
            <a:r>
              <a:rPr lang="en-US" sz="2000" dirty="0" err="1"/>
              <a:t>bist</a:t>
            </a:r>
            <a:r>
              <a:rPr lang="en-US" sz="2000" dirty="0"/>
              <a:t> </a:t>
            </a:r>
            <a:r>
              <a:rPr lang="en-US" sz="2000" dirty="0" err="1"/>
              <a:t>ein</a:t>
            </a:r>
            <a:r>
              <a:rPr lang="en-US" sz="2000" dirty="0"/>
              <a:t> </a:t>
            </a:r>
            <a:r>
              <a:rPr lang="en-US" sz="2000" dirty="0" err="1"/>
              <a:t>hilfreicher</a:t>
            </a:r>
            <a:r>
              <a:rPr lang="en-US" sz="2000" dirty="0"/>
              <a:t> </a:t>
            </a:r>
            <a:r>
              <a:rPr lang="en-US" sz="2000" dirty="0" err="1"/>
              <a:t>Assistent</a:t>
            </a:r>
            <a:r>
              <a:rPr lang="en-US" sz="2000" dirty="0"/>
              <a:t>.</a:t>
            </a:r>
          </a:p>
          <a:p>
            <a:r>
              <a:rPr lang="en-US" sz="2000" dirty="0" err="1"/>
              <a:t>Gib</a:t>
            </a:r>
            <a:r>
              <a:rPr lang="en-US" sz="2000" dirty="0"/>
              <a:t> </a:t>
            </a:r>
            <a:r>
              <a:rPr lang="en-US" sz="2000" dirty="0" err="1"/>
              <a:t>alle</a:t>
            </a:r>
            <a:r>
              <a:rPr lang="en-US" sz="2000" dirty="0"/>
              <a:t> </a:t>
            </a:r>
            <a:r>
              <a:rPr lang="en-US" sz="2000" dirty="0" err="1"/>
              <a:t>Antworten</a:t>
            </a:r>
            <a:r>
              <a:rPr lang="en-US" sz="2000" dirty="0"/>
              <a:t> auf Deutsch!</a:t>
            </a:r>
          </a:p>
          <a:p>
            <a:r>
              <a:rPr lang="en-US" sz="2000" b="1" dirty="0"/>
              <a:t>&lt;|</a:t>
            </a:r>
            <a:r>
              <a:rPr lang="en-US" sz="2000" b="1" dirty="0" err="1"/>
              <a:t>eot_id</a:t>
            </a:r>
            <a:r>
              <a:rPr lang="en-US" sz="2000" b="1" dirty="0"/>
              <a:t>|&gt;</a:t>
            </a:r>
          </a:p>
        </p:txBody>
      </p:sp>
      <p:sp>
        <p:nvSpPr>
          <p:cNvPr id="8" name="Textfeld 7"/>
          <p:cNvSpPr txBox="1"/>
          <p:nvPr/>
        </p:nvSpPr>
        <p:spPr>
          <a:xfrm>
            <a:off x="522512" y="3861929"/>
            <a:ext cx="5599151" cy="1096474"/>
          </a:xfrm>
          <a:prstGeom prst="rect">
            <a:avLst/>
          </a:prstGeom>
          <a:solidFill>
            <a:schemeClr val="bg1"/>
          </a:solidFill>
          <a:ln w="25400">
            <a:solidFill>
              <a:schemeClr val="tx1"/>
            </a:solidFill>
          </a:ln>
        </p:spPr>
        <p:txBody>
          <a:bodyPr wrap="none" rtlCol="0" anchor="ctr" anchorCtr="0">
            <a:noAutofit/>
          </a:bodyPr>
          <a:lstStyle>
            <a:defPPr>
              <a:defRPr lang="de-DE"/>
            </a:defPPr>
            <a:lvl1pPr>
              <a:defRPr sz="1600"/>
            </a:lvl1pPr>
          </a:lstStyle>
          <a:p>
            <a:r>
              <a:rPr lang="en-US" sz="2000" b="1" dirty="0"/>
              <a:t>&lt;|</a:t>
            </a:r>
            <a:r>
              <a:rPr lang="en-US" sz="2000" b="1" dirty="0" err="1"/>
              <a:t>start_header_id</a:t>
            </a:r>
            <a:r>
              <a:rPr lang="en-US" sz="2000" b="1" dirty="0"/>
              <a:t>|&gt;</a:t>
            </a:r>
            <a:r>
              <a:rPr lang="en-US" sz="2000" dirty="0"/>
              <a:t>user</a:t>
            </a:r>
            <a:r>
              <a:rPr lang="en-US" sz="2000" b="1" dirty="0"/>
              <a:t>&lt;|</a:t>
            </a:r>
            <a:r>
              <a:rPr lang="en-US" sz="2000" b="1" dirty="0" err="1"/>
              <a:t>end_header_id</a:t>
            </a:r>
            <a:r>
              <a:rPr lang="en-US" sz="2000" b="1" dirty="0"/>
              <a:t>|&gt;</a:t>
            </a:r>
          </a:p>
          <a:p>
            <a:r>
              <a:rPr lang="en-US" sz="2000" dirty="0"/>
              <a:t>Was </a:t>
            </a:r>
            <a:r>
              <a:rPr lang="en-US" sz="2000" dirty="0" err="1"/>
              <a:t>ist</a:t>
            </a:r>
            <a:r>
              <a:rPr lang="en-US" sz="2000" dirty="0"/>
              <a:t> die </a:t>
            </a:r>
            <a:r>
              <a:rPr lang="en-US" sz="2000" dirty="0" err="1"/>
              <a:t>Hauptstadt</a:t>
            </a:r>
            <a:r>
              <a:rPr lang="en-US" sz="2000" dirty="0"/>
              <a:t> von </a:t>
            </a:r>
            <a:r>
              <a:rPr lang="en-US" sz="2000" dirty="0" err="1"/>
              <a:t>Frankreich</a:t>
            </a:r>
            <a:r>
              <a:rPr lang="en-US" sz="2000" dirty="0"/>
              <a:t>?</a:t>
            </a:r>
          </a:p>
          <a:p>
            <a:r>
              <a:rPr lang="en-US" sz="2000" b="1" dirty="0"/>
              <a:t>&lt;|</a:t>
            </a:r>
            <a:r>
              <a:rPr lang="en-US" sz="2000" b="1" dirty="0" err="1"/>
              <a:t>eot_id</a:t>
            </a:r>
            <a:r>
              <a:rPr lang="en-US" sz="2000" b="1" dirty="0"/>
              <a:t>|&gt;</a:t>
            </a:r>
          </a:p>
        </p:txBody>
      </p:sp>
      <p:sp>
        <p:nvSpPr>
          <p:cNvPr id="9" name="Textfeld 8"/>
          <p:cNvSpPr txBox="1"/>
          <p:nvPr/>
        </p:nvSpPr>
        <p:spPr>
          <a:xfrm>
            <a:off x="522512" y="4958403"/>
            <a:ext cx="5599151" cy="570496"/>
          </a:xfrm>
          <a:prstGeom prst="rect">
            <a:avLst/>
          </a:prstGeom>
          <a:solidFill>
            <a:schemeClr val="bg1"/>
          </a:solidFill>
          <a:ln w="25400">
            <a:solidFill>
              <a:schemeClr val="tx1"/>
            </a:solidFill>
          </a:ln>
        </p:spPr>
        <p:txBody>
          <a:bodyPr wrap="none" rtlCol="0" anchor="ctr" anchorCtr="0">
            <a:noAutofit/>
          </a:bodyPr>
          <a:lstStyle>
            <a:defPPr>
              <a:defRPr lang="de-DE"/>
            </a:defPPr>
            <a:lvl1pPr>
              <a:defRPr sz="1600"/>
            </a:lvl1pPr>
          </a:lstStyle>
          <a:p>
            <a:r>
              <a:rPr lang="en-US" sz="2000" b="1" dirty="0"/>
              <a:t>&lt;|</a:t>
            </a:r>
            <a:r>
              <a:rPr lang="en-US" sz="2000" b="1" dirty="0" err="1"/>
              <a:t>start_header_id</a:t>
            </a:r>
            <a:r>
              <a:rPr lang="en-US" sz="2000" b="1" dirty="0"/>
              <a:t>|&gt;</a:t>
            </a:r>
            <a:r>
              <a:rPr lang="en-US" sz="2000" dirty="0"/>
              <a:t>assistant</a:t>
            </a:r>
            <a:r>
              <a:rPr lang="en-US" sz="2000" b="1" dirty="0"/>
              <a:t>&lt;|</a:t>
            </a:r>
            <a:r>
              <a:rPr lang="en-US" sz="2000" b="1" dirty="0" err="1"/>
              <a:t>end_header_id</a:t>
            </a:r>
            <a:r>
              <a:rPr lang="en-US" sz="2000" b="1" dirty="0"/>
              <a:t>|&gt;</a:t>
            </a:r>
          </a:p>
        </p:txBody>
      </p:sp>
      <p:sp>
        <p:nvSpPr>
          <p:cNvPr id="12" name="Textfeld 11"/>
          <p:cNvSpPr txBox="1"/>
          <p:nvPr/>
        </p:nvSpPr>
        <p:spPr>
          <a:xfrm>
            <a:off x="6121663" y="3861929"/>
            <a:ext cx="2692326" cy="707886"/>
          </a:xfrm>
          <a:prstGeom prst="rect">
            <a:avLst/>
          </a:prstGeom>
          <a:noFill/>
        </p:spPr>
        <p:txBody>
          <a:bodyPr wrap="square" rtlCol="0">
            <a:spAutoFit/>
          </a:bodyPr>
          <a:lstStyle/>
          <a:p>
            <a:r>
              <a:rPr lang="de-DE" sz="2000" u="sng" dirty="0"/>
              <a:t>Benutzer-Prompt</a:t>
            </a:r>
          </a:p>
          <a:p>
            <a:r>
              <a:rPr lang="de-DE" sz="2000" dirty="0"/>
              <a:t>(die eigentliche Frage)</a:t>
            </a:r>
          </a:p>
        </p:txBody>
      </p:sp>
      <p:sp>
        <p:nvSpPr>
          <p:cNvPr id="13" name="Textfeld 12"/>
          <p:cNvSpPr txBox="1"/>
          <p:nvPr/>
        </p:nvSpPr>
        <p:spPr>
          <a:xfrm>
            <a:off x="6121663" y="4891274"/>
            <a:ext cx="2692326" cy="707886"/>
          </a:xfrm>
          <a:prstGeom prst="rect">
            <a:avLst/>
          </a:prstGeom>
          <a:noFill/>
        </p:spPr>
        <p:txBody>
          <a:bodyPr wrap="square" rtlCol="0">
            <a:spAutoFit/>
          </a:bodyPr>
          <a:lstStyle/>
          <a:p>
            <a:r>
              <a:rPr lang="de-DE" sz="2000" dirty="0"/>
              <a:t>Startkennzeichen der Antwort</a:t>
            </a:r>
          </a:p>
        </p:txBody>
      </p:sp>
      <p:grpSp>
        <p:nvGrpSpPr>
          <p:cNvPr id="3" name="Gruppieren 2">
            <a:extLst>
              <a:ext uri="{FF2B5EF4-FFF2-40B4-BE49-F238E27FC236}">
                <a16:creationId xmlns:a16="http://schemas.microsoft.com/office/drawing/2014/main" id="{AB80408C-2D8D-B6DE-2336-08050B51E68A}"/>
              </a:ext>
            </a:extLst>
          </p:cNvPr>
          <p:cNvGrpSpPr/>
          <p:nvPr/>
        </p:nvGrpSpPr>
        <p:grpSpPr>
          <a:xfrm>
            <a:off x="8626682" y="6436341"/>
            <a:ext cx="244186" cy="261343"/>
            <a:chOff x="7469579" y="5667163"/>
            <a:chExt cx="427512" cy="389253"/>
          </a:xfrm>
        </p:grpSpPr>
        <p:cxnSp>
          <p:nvCxnSpPr>
            <p:cNvPr id="4" name="Gerader Verbinder 3">
              <a:extLst>
                <a:ext uri="{FF2B5EF4-FFF2-40B4-BE49-F238E27FC236}">
                  <a16:creationId xmlns:a16="http://schemas.microsoft.com/office/drawing/2014/main" id="{A55DA021-150F-4015-04E1-30325B7F3DCC}"/>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61CCC169-2B2B-912A-AD6F-B6C82C2A3F7B}"/>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8164961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P spid="9" grpId="0" animBg="1"/>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599D166-36E1-C433-A0AB-EE89743882E9}"/>
            </a:ext>
          </a:extLst>
        </p:cNvPr>
        <p:cNvGrpSpPr/>
        <p:nvPr/>
      </p:nvGrpSpPr>
      <p:grpSpPr>
        <a:xfrm>
          <a:off x="0" y="0"/>
          <a:ext cx="0" cy="0"/>
          <a:chOff x="0" y="0"/>
          <a:chExt cx="0" cy="0"/>
        </a:xfrm>
      </p:grpSpPr>
      <p:sp>
        <p:nvSpPr>
          <p:cNvPr id="4" name="Titel 1">
            <a:extLst>
              <a:ext uri="{FF2B5EF4-FFF2-40B4-BE49-F238E27FC236}">
                <a16:creationId xmlns:a16="http://schemas.microsoft.com/office/drawing/2014/main" id="{EA7A1994-715F-D341-5505-3649394A4DFC}"/>
              </a:ext>
            </a:extLst>
          </p:cNvPr>
          <p:cNvSpPr txBox="1">
            <a:spLocks/>
          </p:cNvSpPr>
          <p:nvPr/>
        </p:nvSpPr>
        <p:spPr>
          <a:xfrm>
            <a:off x="1679007" y="272614"/>
            <a:ext cx="6136142"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t>Prompts</a:t>
            </a:r>
          </a:p>
        </p:txBody>
      </p:sp>
      <p:pic>
        <p:nvPicPr>
          <p:cNvPr id="6" name="Grafik 5">
            <a:extLst>
              <a:ext uri="{FF2B5EF4-FFF2-40B4-BE49-F238E27FC236}">
                <a16:creationId xmlns:a16="http://schemas.microsoft.com/office/drawing/2014/main" id="{DFAAB738-9C59-2629-5859-F8A6B79FD05D}"/>
              </a:ext>
            </a:extLst>
          </p:cNvPr>
          <p:cNvPicPr>
            <a:picLocks noChangeAspect="1"/>
          </p:cNvPicPr>
          <p:nvPr/>
        </p:nvPicPr>
        <p:blipFill>
          <a:blip r:embed="rId2"/>
          <a:stretch>
            <a:fillRect/>
          </a:stretch>
        </p:blipFill>
        <p:spPr>
          <a:xfrm>
            <a:off x="580571" y="455414"/>
            <a:ext cx="714475" cy="628571"/>
          </a:xfrm>
          <a:prstGeom prst="rect">
            <a:avLst/>
          </a:prstGeom>
        </p:spPr>
      </p:pic>
      <p:sp>
        <p:nvSpPr>
          <p:cNvPr id="11" name="Inhaltsplatzhalter 2">
            <a:extLst>
              <a:ext uri="{FF2B5EF4-FFF2-40B4-BE49-F238E27FC236}">
                <a16:creationId xmlns:a16="http://schemas.microsoft.com/office/drawing/2014/main" id="{16C25C74-F51E-AFF0-C8E3-E9BCDA771F77}"/>
              </a:ext>
            </a:extLst>
          </p:cNvPr>
          <p:cNvSpPr>
            <a:spLocks noGrp="1"/>
          </p:cNvSpPr>
          <p:nvPr>
            <p:ph idx="1"/>
          </p:nvPr>
        </p:nvSpPr>
        <p:spPr>
          <a:xfrm>
            <a:off x="628650" y="1825625"/>
            <a:ext cx="7886700" cy="4351338"/>
          </a:xfrm>
        </p:spPr>
        <p:txBody>
          <a:bodyPr>
            <a:normAutofit/>
          </a:bodyPr>
          <a:lstStyle/>
          <a:p>
            <a:r>
              <a:rPr lang="de-DE" dirty="0"/>
              <a:t>Erstelle einen neuen Prompt aus:</a:t>
            </a:r>
          </a:p>
          <a:p>
            <a:endParaRPr lang="de-DE" dirty="0"/>
          </a:p>
          <a:p>
            <a:pPr lvl="1"/>
            <a:r>
              <a:rPr lang="de-DE" dirty="0"/>
              <a:t>System-Prompt:</a:t>
            </a:r>
            <a:br>
              <a:rPr lang="de-DE" dirty="0"/>
            </a:br>
            <a:r>
              <a:rPr lang="de-DE" dirty="0"/>
              <a:t>„Du bist ein hilfreicher Assistent. Gib alle Antworten auf Deutsch!“</a:t>
            </a:r>
          </a:p>
          <a:p>
            <a:pPr lvl="1"/>
            <a:endParaRPr lang="de-DE" dirty="0"/>
          </a:p>
          <a:p>
            <a:pPr lvl="1"/>
            <a:r>
              <a:rPr lang="de-DE" dirty="0"/>
              <a:t>User-Prompt:</a:t>
            </a:r>
            <a:br>
              <a:rPr lang="de-DE" dirty="0"/>
            </a:br>
            <a:r>
              <a:rPr lang="de-DE" dirty="0"/>
              <a:t>„Was ist die Hauptstadt von Frankreich?“</a:t>
            </a:r>
          </a:p>
          <a:p>
            <a:pPr lvl="1"/>
            <a:endParaRPr lang="de-DE" dirty="0"/>
          </a:p>
          <a:p>
            <a:pPr lvl="1"/>
            <a:r>
              <a:rPr lang="de-DE" dirty="0"/>
              <a:t>Marker für Antwort</a:t>
            </a:r>
          </a:p>
          <a:p>
            <a:pPr marL="0" indent="0">
              <a:buNone/>
            </a:pPr>
            <a:endParaRPr lang="de-DE" dirty="0"/>
          </a:p>
        </p:txBody>
      </p:sp>
      <p:grpSp>
        <p:nvGrpSpPr>
          <p:cNvPr id="2" name="Gruppieren 1">
            <a:extLst>
              <a:ext uri="{FF2B5EF4-FFF2-40B4-BE49-F238E27FC236}">
                <a16:creationId xmlns:a16="http://schemas.microsoft.com/office/drawing/2014/main" id="{93FD5385-EB04-4CE5-DDE8-5F844DDF751A}"/>
              </a:ext>
            </a:extLst>
          </p:cNvPr>
          <p:cNvGrpSpPr/>
          <p:nvPr/>
        </p:nvGrpSpPr>
        <p:grpSpPr>
          <a:xfrm>
            <a:off x="8626682" y="6436341"/>
            <a:ext cx="244186" cy="261343"/>
            <a:chOff x="7469579" y="5667163"/>
            <a:chExt cx="427512" cy="389253"/>
          </a:xfrm>
        </p:grpSpPr>
        <p:cxnSp>
          <p:nvCxnSpPr>
            <p:cNvPr id="3" name="Gerader Verbinder 2">
              <a:extLst>
                <a:ext uri="{FF2B5EF4-FFF2-40B4-BE49-F238E27FC236}">
                  <a16:creationId xmlns:a16="http://schemas.microsoft.com/office/drawing/2014/main" id="{2CDCFAEF-2C9C-5274-1E86-D8537BEBB8E2}"/>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Gerader Verbinder 4">
              <a:extLst>
                <a:ext uri="{FF2B5EF4-FFF2-40B4-BE49-F238E27FC236}">
                  <a16:creationId xmlns:a16="http://schemas.microsoft.com/office/drawing/2014/main" id="{B9F968B7-3EA4-97DA-71DD-339EB28B4D4C}"/>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93205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7AA3E55-BB2E-1000-2C83-1FEB1FC25829}"/>
            </a:ext>
          </a:extLst>
        </p:cNvPr>
        <p:cNvGrpSpPr/>
        <p:nvPr/>
      </p:nvGrpSpPr>
      <p:grpSpPr>
        <a:xfrm>
          <a:off x="0" y="0"/>
          <a:ext cx="0" cy="0"/>
          <a:chOff x="0" y="0"/>
          <a:chExt cx="0" cy="0"/>
        </a:xfrm>
      </p:grpSpPr>
      <p:sp>
        <p:nvSpPr>
          <p:cNvPr id="4" name="Titel 1">
            <a:extLst>
              <a:ext uri="{FF2B5EF4-FFF2-40B4-BE49-F238E27FC236}">
                <a16:creationId xmlns:a16="http://schemas.microsoft.com/office/drawing/2014/main" id="{A78C9188-6803-1FEB-3B66-05C24ABFFCBB}"/>
              </a:ext>
            </a:extLst>
          </p:cNvPr>
          <p:cNvSpPr txBox="1">
            <a:spLocks/>
          </p:cNvSpPr>
          <p:nvPr/>
        </p:nvSpPr>
        <p:spPr>
          <a:xfrm>
            <a:off x="1679007" y="272614"/>
            <a:ext cx="6136142"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t>Prompts</a:t>
            </a:r>
          </a:p>
        </p:txBody>
      </p:sp>
      <p:pic>
        <p:nvPicPr>
          <p:cNvPr id="6" name="Grafik 5">
            <a:extLst>
              <a:ext uri="{FF2B5EF4-FFF2-40B4-BE49-F238E27FC236}">
                <a16:creationId xmlns:a16="http://schemas.microsoft.com/office/drawing/2014/main" id="{4A55AC5F-81C8-CD5D-125B-CF3FB3A1C12C}"/>
              </a:ext>
            </a:extLst>
          </p:cNvPr>
          <p:cNvPicPr>
            <a:picLocks noChangeAspect="1"/>
          </p:cNvPicPr>
          <p:nvPr/>
        </p:nvPicPr>
        <p:blipFill>
          <a:blip r:embed="rId2"/>
          <a:stretch>
            <a:fillRect/>
          </a:stretch>
        </p:blipFill>
        <p:spPr>
          <a:xfrm>
            <a:off x="580571" y="455414"/>
            <a:ext cx="714475" cy="628571"/>
          </a:xfrm>
          <a:prstGeom prst="rect">
            <a:avLst/>
          </a:prstGeom>
        </p:spPr>
      </p:pic>
      <p:sp>
        <p:nvSpPr>
          <p:cNvPr id="11" name="Inhaltsplatzhalter 2">
            <a:extLst>
              <a:ext uri="{FF2B5EF4-FFF2-40B4-BE49-F238E27FC236}">
                <a16:creationId xmlns:a16="http://schemas.microsoft.com/office/drawing/2014/main" id="{C78723D4-BF7B-C3C8-65BD-8077A97B8157}"/>
              </a:ext>
            </a:extLst>
          </p:cNvPr>
          <p:cNvSpPr>
            <a:spLocks noGrp="1"/>
          </p:cNvSpPr>
          <p:nvPr>
            <p:ph idx="1"/>
          </p:nvPr>
        </p:nvSpPr>
        <p:spPr>
          <a:xfrm>
            <a:off x="628650" y="1825625"/>
            <a:ext cx="7886700" cy="4351338"/>
          </a:xfrm>
        </p:spPr>
        <p:txBody>
          <a:bodyPr>
            <a:normAutofit fontScale="70000" lnSpcReduction="20000"/>
          </a:bodyPr>
          <a:lstStyle/>
          <a:p>
            <a:pPr marL="0" indent="0">
              <a:buNone/>
            </a:pPr>
            <a:r>
              <a:rPr lang="de-DE" dirty="0"/>
              <a:t>Ändere das Verhalten (Persona) über den Systemprompt!</a:t>
            </a:r>
          </a:p>
          <a:p>
            <a:pPr marL="0" indent="0">
              <a:buNone/>
            </a:pPr>
            <a:endParaRPr lang="de-DE" dirty="0"/>
          </a:p>
          <a:p>
            <a:pPr marL="0" indent="0">
              <a:buNone/>
            </a:pPr>
            <a:r>
              <a:rPr lang="de-DE" dirty="0"/>
              <a:t>z.B.:</a:t>
            </a:r>
          </a:p>
          <a:p>
            <a:pPr marL="0" indent="0">
              <a:buNone/>
            </a:pPr>
            <a:r>
              <a:rPr lang="de-DE" dirty="0"/>
              <a:t>„Du bist ein sehr dummes KI-Modell, das nichts weiß, weil es in der Schule nie aufgepasst hat. Die Fragen des Benutzers beantwortest du nicht, sondern entschuldigst dich für deine Dummheit.“</a:t>
            </a:r>
          </a:p>
          <a:p>
            <a:pPr marL="0" indent="0">
              <a:buNone/>
            </a:pPr>
            <a:endParaRPr lang="de-DE" dirty="0"/>
          </a:p>
          <a:p>
            <a:pPr marL="0" indent="0">
              <a:buNone/>
            </a:pPr>
            <a:r>
              <a:rPr lang="de-DE" dirty="0"/>
              <a:t>oder:</a:t>
            </a:r>
          </a:p>
          <a:p>
            <a:pPr marL="0" indent="0">
              <a:buNone/>
            </a:pPr>
            <a:endParaRPr lang="de-DE" dirty="0"/>
          </a:p>
          <a:p>
            <a:pPr marL="0" indent="0">
              <a:buNone/>
            </a:pPr>
            <a:r>
              <a:rPr lang="de-DE" dirty="0"/>
              <a:t>„Du bist ein sehr faules KI-Modell, das keine Lust zum Arbeiten oder Beantworten von Fragen hat. Die Fragen des Benutzers beantwortest du nicht, sondern gibst nur Ausreden. Gib alle Antworten auf Deutsch!“</a:t>
            </a:r>
          </a:p>
          <a:p>
            <a:pPr marL="0" indent="0">
              <a:buNone/>
            </a:pPr>
            <a:r>
              <a:rPr lang="de-DE" dirty="0"/>
              <a:t>Probiere auch eigene Personas!</a:t>
            </a:r>
          </a:p>
        </p:txBody>
      </p:sp>
      <p:grpSp>
        <p:nvGrpSpPr>
          <p:cNvPr id="2" name="Gruppieren 1">
            <a:extLst>
              <a:ext uri="{FF2B5EF4-FFF2-40B4-BE49-F238E27FC236}">
                <a16:creationId xmlns:a16="http://schemas.microsoft.com/office/drawing/2014/main" id="{74B5D092-BD02-46FB-6E9C-914A8D09E3FD}"/>
              </a:ext>
            </a:extLst>
          </p:cNvPr>
          <p:cNvGrpSpPr/>
          <p:nvPr/>
        </p:nvGrpSpPr>
        <p:grpSpPr>
          <a:xfrm>
            <a:off x="8626682" y="6436341"/>
            <a:ext cx="244186" cy="261343"/>
            <a:chOff x="7469579" y="5667163"/>
            <a:chExt cx="427512" cy="389253"/>
          </a:xfrm>
        </p:grpSpPr>
        <p:cxnSp>
          <p:nvCxnSpPr>
            <p:cNvPr id="3" name="Gerader Verbinder 2">
              <a:extLst>
                <a:ext uri="{FF2B5EF4-FFF2-40B4-BE49-F238E27FC236}">
                  <a16:creationId xmlns:a16="http://schemas.microsoft.com/office/drawing/2014/main" id="{94A2E79E-7390-6502-3A35-1031F54AA527}"/>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Gerader Verbinder 4">
              <a:extLst>
                <a:ext uri="{FF2B5EF4-FFF2-40B4-BE49-F238E27FC236}">
                  <a16:creationId xmlns:a16="http://schemas.microsoft.com/office/drawing/2014/main" id="{3B2D3473-EA86-2CDB-9F42-547FC1FB027F}"/>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92835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0B2F78D-83E5-C304-CDDE-95BFA974B8AF}"/>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1EB8D9FB-0147-7F80-B5DB-13087500C1B6}"/>
              </a:ext>
            </a:extLst>
          </p:cNvPr>
          <p:cNvSpPr txBox="1"/>
          <p:nvPr/>
        </p:nvSpPr>
        <p:spPr>
          <a:xfrm>
            <a:off x="7854215" y="1172105"/>
            <a:ext cx="1143081" cy="400110"/>
          </a:xfrm>
          <a:prstGeom prst="rect">
            <a:avLst/>
          </a:prstGeom>
          <a:noFill/>
        </p:spPr>
        <p:txBody>
          <a:bodyPr wrap="square" rtlCol="0">
            <a:spAutoFit/>
          </a:bodyPr>
          <a:lstStyle/>
          <a:p>
            <a:pPr algn="ctr"/>
            <a:r>
              <a:rPr lang="de-DE" sz="2000" u="sng" dirty="0"/>
              <a:t>Prompt</a:t>
            </a:r>
            <a:endParaRPr lang="de-DE" sz="2000" dirty="0"/>
          </a:p>
        </p:txBody>
      </p:sp>
      <p:sp>
        <p:nvSpPr>
          <p:cNvPr id="13" name="Textfeld 12">
            <a:extLst>
              <a:ext uri="{FF2B5EF4-FFF2-40B4-BE49-F238E27FC236}">
                <a16:creationId xmlns:a16="http://schemas.microsoft.com/office/drawing/2014/main" id="{3ED91F94-EA51-D543-14DF-71FCCCB060B1}"/>
              </a:ext>
            </a:extLst>
          </p:cNvPr>
          <p:cNvSpPr txBox="1"/>
          <p:nvPr/>
        </p:nvSpPr>
        <p:spPr>
          <a:xfrm>
            <a:off x="7854215" y="5685895"/>
            <a:ext cx="1255337" cy="400110"/>
          </a:xfrm>
          <a:prstGeom prst="rect">
            <a:avLst/>
          </a:prstGeom>
          <a:noFill/>
        </p:spPr>
        <p:txBody>
          <a:bodyPr wrap="square" rtlCol="0">
            <a:spAutoFit/>
          </a:bodyPr>
          <a:lstStyle/>
          <a:p>
            <a:pPr algn="ctr"/>
            <a:r>
              <a:rPr lang="de-DE" sz="2000" u="sng" dirty="0"/>
              <a:t>Antwort</a:t>
            </a:r>
          </a:p>
        </p:txBody>
      </p:sp>
      <p:sp>
        <p:nvSpPr>
          <p:cNvPr id="10" name="Textfeld 9">
            <a:extLst>
              <a:ext uri="{FF2B5EF4-FFF2-40B4-BE49-F238E27FC236}">
                <a16:creationId xmlns:a16="http://schemas.microsoft.com/office/drawing/2014/main" id="{ABD48D87-0CD5-9072-32A7-7DAE05FDD5E0}"/>
              </a:ext>
            </a:extLst>
          </p:cNvPr>
          <p:cNvSpPr txBox="1"/>
          <p:nvPr/>
        </p:nvSpPr>
        <p:spPr>
          <a:xfrm>
            <a:off x="300197" y="5828427"/>
            <a:ext cx="7554018" cy="774503"/>
          </a:xfrm>
          <a:prstGeom prst="rect">
            <a:avLst/>
          </a:prstGeom>
          <a:solidFill>
            <a:schemeClr val="bg1"/>
          </a:solidFill>
          <a:ln w="25400">
            <a:solidFill>
              <a:schemeClr val="tx1"/>
            </a:solidFill>
          </a:ln>
        </p:spPr>
        <p:txBody>
          <a:bodyPr wrap="square" rtlCol="0" anchor="t" anchorCtr="0">
            <a:noAutofit/>
          </a:bodyPr>
          <a:lstStyle/>
          <a:p>
            <a:r>
              <a:rPr lang="de-DE" sz="1400" dirty="0">
                <a:solidFill>
                  <a:srgbClr val="0070C0"/>
                </a:solidFill>
              </a:rPr>
              <a:t>In einem kleinen Dorf in der Mitte Deutschlands lebten die Menschen friedlich und ruhig. Doch eines Tages geschah etwas, das alles änderte: Ein mysteriöser Fremder kam nach dem Ort.</a:t>
            </a:r>
            <a:endParaRPr lang="en-US" sz="1400" dirty="0">
              <a:solidFill>
                <a:srgbClr val="0070C0"/>
              </a:solidFill>
            </a:endParaRPr>
          </a:p>
          <a:p>
            <a:r>
              <a:rPr lang="de-DE" sz="1400" dirty="0">
                <a:solidFill>
                  <a:srgbClr val="0070C0"/>
                </a:solidFill>
              </a:rPr>
              <a:t>&lt;|</a:t>
            </a:r>
            <a:r>
              <a:rPr lang="de-DE" sz="1400" dirty="0" err="1">
                <a:solidFill>
                  <a:srgbClr val="0070C0"/>
                </a:solidFill>
              </a:rPr>
              <a:t>eot_id</a:t>
            </a:r>
            <a:r>
              <a:rPr lang="de-DE" sz="1400" dirty="0">
                <a:solidFill>
                  <a:srgbClr val="0070C0"/>
                </a:solidFill>
              </a:rPr>
              <a:t>|&gt;</a:t>
            </a:r>
          </a:p>
        </p:txBody>
      </p:sp>
      <p:sp>
        <p:nvSpPr>
          <p:cNvPr id="6" name="Pfeil nach unten 5">
            <a:extLst>
              <a:ext uri="{FF2B5EF4-FFF2-40B4-BE49-F238E27FC236}">
                <a16:creationId xmlns:a16="http://schemas.microsoft.com/office/drawing/2014/main" id="{B805FB10-76D8-2B9A-AA36-936EDA7A4964}"/>
              </a:ext>
            </a:extLst>
          </p:cNvPr>
          <p:cNvSpPr/>
          <p:nvPr/>
        </p:nvSpPr>
        <p:spPr>
          <a:xfrm>
            <a:off x="3895469" y="3127460"/>
            <a:ext cx="363474" cy="2464250"/>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sz="1350"/>
          </a:p>
        </p:txBody>
      </p:sp>
      <p:sp>
        <p:nvSpPr>
          <p:cNvPr id="7" name="Textfeld 6">
            <a:extLst>
              <a:ext uri="{FF2B5EF4-FFF2-40B4-BE49-F238E27FC236}">
                <a16:creationId xmlns:a16="http://schemas.microsoft.com/office/drawing/2014/main" id="{8F6B5CC7-129A-5CCB-B7FB-09B42C436C34}"/>
              </a:ext>
            </a:extLst>
          </p:cNvPr>
          <p:cNvSpPr txBox="1"/>
          <p:nvPr/>
        </p:nvSpPr>
        <p:spPr>
          <a:xfrm>
            <a:off x="300197" y="1172106"/>
            <a:ext cx="7554018" cy="1867978"/>
          </a:xfrm>
          <a:prstGeom prst="rect">
            <a:avLst/>
          </a:prstGeom>
          <a:solidFill>
            <a:schemeClr val="bg1"/>
          </a:solidFill>
          <a:ln w="25400">
            <a:solidFill>
              <a:schemeClr val="tx1"/>
            </a:solidFill>
          </a:ln>
        </p:spPr>
        <p:txBody>
          <a:bodyPr wrap="square" rtlCol="0" anchor="t" anchorCtr="0">
            <a:noAutofit/>
          </a:bodyPr>
          <a:lstStyle/>
          <a:p>
            <a:r>
              <a:rPr lang="en-US" sz="1400" b="1" dirty="0"/>
              <a:t>&lt;|</a:t>
            </a:r>
            <a:r>
              <a:rPr lang="en-US" sz="1400" b="1" dirty="0" err="1"/>
              <a:t>begin_of_text</a:t>
            </a:r>
            <a:r>
              <a:rPr lang="en-US" sz="1400" b="1" dirty="0"/>
              <a:t>|&gt;</a:t>
            </a:r>
          </a:p>
          <a:p>
            <a:r>
              <a:rPr lang="en-US" sz="1400" b="1" dirty="0"/>
              <a:t>&lt;|</a:t>
            </a:r>
            <a:r>
              <a:rPr lang="en-US" sz="1400" b="1" dirty="0" err="1"/>
              <a:t>start_header_id</a:t>
            </a:r>
            <a:r>
              <a:rPr lang="en-US" sz="1400" b="1" dirty="0"/>
              <a:t>|&gt;system&lt;|</a:t>
            </a:r>
            <a:r>
              <a:rPr lang="en-US" sz="1400" b="1" dirty="0" err="1"/>
              <a:t>end_header_id</a:t>
            </a:r>
            <a:r>
              <a:rPr lang="en-US" sz="1400" b="1" dirty="0"/>
              <a:t>|&gt;</a:t>
            </a:r>
          </a:p>
          <a:p>
            <a:r>
              <a:rPr lang="en-US" sz="1400" dirty="0"/>
              <a:t>Du </a:t>
            </a:r>
            <a:r>
              <a:rPr lang="en-US" sz="1400" dirty="0" err="1"/>
              <a:t>bist</a:t>
            </a:r>
            <a:r>
              <a:rPr lang="en-US" sz="1400" dirty="0"/>
              <a:t> </a:t>
            </a:r>
            <a:r>
              <a:rPr lang="en-US" sz="1400" dirty="0" err="1"/>
              <a:t>ein</a:t>
            </a:r>
            <a:r>
              <a:rPr lang="en-US" sz="1400" dirty="0"/>
              <a:t> </a:t>
            </a:r>
            <a:r>
              <a:rPr lang="en-US" sz="1400" dirty="0" err="1"/>
              <a:t>hilfreicher</a:t>
            </a:r>
            <a:r>
              <a:rPr lang="en-US" sz="1400" dirty="0"/>
              <a:t> </a:t>
            </a:r>
            <a:r>
              <a:rPr lang="en-US" sz="1400" dirty="0" err="1"/>
              <a:t>Assistent</a:t>
            </a:r>
            <a:r>
              <a:rPr lang="en-US" sz="1400" dirty="0"/>
              <a:t>. Gib alle </a:t>
            </a:r>
            <a:r>
              <a:rPr lang="en-US" sz="1400" dirty="0" err="1"/>
              <a:t>Antworten</a:t>
            </a:r>
            <a:r>
              <a:rPr lang="en-US" sz="1400" dirty="0"/>
              <a:t> auf Deutsch!</a:t>
            </a:r>
          </a:p>
          <a:p>
            <a:r>
              <a:rPr lang="en-US" sz="1400" b="1" dirty="0"/>
              <a:t>&lt;|</a:t>
            </a:r>
            <a:r>
              <a:rPr lang="en-US" sz="1400" b="1" dirty="0" err="1"/>
              <a:t>eot_id</a:t>
            </a:r>
            <a:r>
              <a:rPr lang="en-US" sz="1400" b="1" dirty="0"/>
              <a:t>|&gt;</a:t>
            </a:r>
          </a:p>
          <a:p>
            <a:r>
              <a:rPr lang="en-US" sz="1400" b="1" dirty="0"/>
              <a:t>&lt;|</a:t>
            </a:r>
            <a:r>
              <a:rPr lang="en-US" sz="1400" b="1" dirty="0" err="1"/>
              <a:t>start_header_id</a:t>
            </a:r>
            <a:r>
              <a:rPr lang="en-US" sz="1400" b="1" dirty="0"/>
              <a:t>|&gt;user&lt;|</a:t>
            </a:r>
            <a:r>
              <a:rPr lang="en-US" sz="1400" b="1" dirty="0" err="1"/>
              <a:t>end_header_id</a:t>
            </a:r>
            <a:r>
              <a:rPr lang="en-US" sz="1400" b="1" dirty="0"/>
              <a:t>|&gt;</a:t>
            </a:r>
          </a:p>
          <a:p>
            <a:r>
              <a:rPr lang="en-US" sz="1400" dirty="0" err="1">
                <a:solidFill>
                  <a:srgbClr val="FF0000"/>
                </a:solidFill>
              </a:rPr>
              <a:t>Erzähle</a:t>
            </a:r>
            <a:r>
              <a:rPr lang="en-US" sz="1400" dirty="0">
                <a:solidFill>
                  <a:srgbClr val="FF0000"/>
                </a:solidFill>
              </a:rPr>
              <a:t> die </a:t>
            </a:r>
            <a:r>
              <a:rPr lang="en-US" sz="1400" dirty="0" err="1">
                <a:solidFill>
                  <a:srgbClr val="FF0000"/>
                </a:solidFill>
              </a:rPr>
              <a:t>ersten</a:t>
            </a:r>
            <a:r>
              <a:rPr lang="en-US" sz="1400" dirty="0">
                <a:solidFill>
                  <a:srgbClr val="FF0000"/>
                </a:solidFill>
              </a:rPr>
              <a:t> </a:t>
            </a:r>
            <a:r>
              <a:rPr lang="en-US" sz="1400" dirty="0" err="1">
                <a:solidFill>
                  <a:srgbClr val="FF0000"/>
                </a:solidFill>
              </a:rPr>
              <a:t>zwei</a:t>
            </a:r>
            <a:r>
              <a:rPr lang="en-US" sz="1400" dirty="0">
                <a:solidFill>
                  <a:srgbClr val="FF0000"/>
                </a:solidFill>
              </a:rPr>
              <a:t> </a:t>
            </a:r>
            <a:r>
              <a:rPr lang="en-US" sz="1400" dirty="0" err="1">
                <a:solidFill>
                  <a:srgbClr val="FF0000"/>
                </a:solidFill>
              </a:rPr>
              <a:t>Sätze</a:t>
            </a:r>
            <a:r>
              <a:rPr lang="en-US" sz="1400" dirty="0">
                <a:solidFill>
                  <a:srgbClr val="FF0000"/>
                </a:solidFill>
              </a:rPr>
              <a:t> </a:t>
            </a:r>
            <a:r>
              <a:rPr lang="en-US" sz="1400" dirty="0" err="1">
                <a:solidFill>
                  <a:srgbClr val="FF0000"/>
                </a:solidFill>
              </a:rPr>
              <a:t>einer</a:t>
            </a:r>
            <a:r>
              <a:rPr lang="en-US" sz="1400" dirty="0">
                <a:solidFill>
                  <a:srgbClr val="FF0000"/>
                </a:solidFill>
              </a:rPr>
              <a:t> </a:t>
            </a:r>
            <a:r>
              <a:rPr lang="en-US" sz="1400" dirty="0" err="1">
                <a:solidFill>
                  <a:srgbClr val="FF0000"/>
                </a:solidFill>
              </a:rPr>
              <a:t>Geschichte</a:t>
            </a:r>
            <a:r>
              <a:rPr lang="en-US" sz="1400" dirty="0">
                <a:solidFill>
                  <a:srgbClr val="FF0000"/>
                </a:solidFill>
              </a:rPr>
              <a:t>!</a:t>
            </a:r>
          </a:p>
          <a:p>
            <a:r>
              <a:rPr lang="en-US" sz="1400" b="1" dirty="0"/>
              <a:t>&lt;|</a:t>
            </a:r>
            <a:r>
              <a:rPr lang="en-US" sz="1400" b="1" dirty="0" err="1"/>
              <a:t>eot_id</a:t>
            </a:r>
            <a:r>
              <a:rPr lang="en-US" sz="1400" b="1" dirty="0"/>
              <a:t>|&gt;</a:t>
            </a:r>
          </a:p>
          <a:p>
            <a:r>
              <a:rPr lang="en-US" sz="1400" b="1" dirty="0"/>
              <a:t>&lt;|</a:t>
            </a:r>
            <a:r>
              <a:rPr lang="en-US" sz="1400" b="1" dirty="0" err="1"/>
              <a:t>start_header_id</a:t>
            </a:r>
            <a:r>
              <a:rPr lang="en-US" sz="1400" b="1" dirty="0"/>
              <a:t>|&gt;assistant&lt;|</a:t>
            </a:r>
            <a:r>
              <a:rPr lang="en-US" sz="1400" b="1" dirty="0" err="1"/>
              <a:t>end_header_id</a:t>
            </a:r>
            <a:r>
              <a:rPr lang="en-US" sz="1400" b="1" dirty="0"/>
              <a:t>|&gt;</a:t>
            </a:r>
          </a:p>
        </p:txBody>
      </p:sp>
      <p:sp>
        <p:nvSpPr>
          <p:cNvPr id="4" name="Titel 10">
            <a:extLst>
              <a:ext uri="{FF2B5EF4-FFF2-40B4-BE49-F238E27FC236}">
                <a16:creationId xmlns:a16="http://schemas.microsoft.com/office/drawing/2014/main" id="{23698423-0C51-3C0E-0794-17E30C2A294D}"/>
              </a:ext>
            </a:extLst>
          </p:cNvPr>
          <p:cNvSpPr>
            <a:spLocks noGrp="1"/>
          </p:cNvSpPr>
          <p:nvPr>
            <p:ph type="title"/>
          </p:nvPr>
        </p:nvSpPr>
        <p:spPr>
          <a:xfrm>
            <a:off x="628650" y="170444"/>
            <a:ext cx="7886700" cy="1001661"/>
          </a:xfrm>
        </p:spPr>
        <p:txBody>
          <a:bodyPr/>
          <a:lstStyle/>
          <a:p>
            <a:r>
              <a:rPr lang="de-DE" dirty="0"/>
              <a:t>Chat-Sessions: Frage 1</a:t>
            </a:r>
          </a:p>
        </p:txBody>
      </p:sp>
      <p:grpSp>
        <p:nvGrpSpPr>
          <p:cNvPr id="8" name="Gruppieren 7">
            <a:extLst>
              <a:ext uri="{FF2B5EF4-FFF2-40B4-BE49-F238E27FC236}">
                <a16:creationId xmlns:a16="http://schemas.microsoft.com/office/drawing/2014/main" id="{096D1A8C-B021-BDA4-4BC4-95E0DE93BAD5}"/>
              </a:ext>
            </a:extLst>
          </p:cNvPr>
          <p:cNvGrpSpPr/>
          <p:nvPr/>
        </p:nvGrpSpPr>
        <p:grpSpPr>
          <a:xfrm>
            <a:off x="8626682" y="6436341"/>
            <a:ext cx="244186" cy="261343"/>
            <a:chOff x="7469579" y="5667163"/>
            <a:chExt cx="427512" cy="389253"/>
          </a:xfrm>
        </p:grpSpPr>
        <p:cxnSp>
          <p:nvCxnSpPr>
            <p:cNvPr id="9" name="Gerader Verbinder 8">
              <a:extLst>
                <a:ext uri="{FF2B5EF4-FFF2-40B4-BE49-F238E27FC236}">
                  <a16:creationId xmlns:a16="http://schemas.microsoft.com/office/drawing/2014/main" id="{275A4485-F0DD-89DD-FDF7-787EE163CC9C}"/>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2F51E811-D6AE-A077-7FEC-7113C52DA6B3}"/>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6352669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10" grpId="0"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E40447A-7944-8D5C-7F10-F0F6663C6B14}"/>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9EE96BFA-FD33-D01D-A81F-405F6DDA4030}"/>
              </a:ext>
            </a:extLst>
          </p:cNvPr>
          <p:cNvSpPr txBox="1"/>
          <p:nvPr/>
        </p:nvSpPr>
        <p:spPr>
          <a:xfrm>
            <a:off x="7854215" y="1172105"/>
            <a:ext cx="1143081" cy="400110"/>
          </a:xfrm>
          <a:prstGeom prst="rect">
            <a:avLst/>
          </a:prstGeom>
          <a:noFill/>
        </p:spPr>
        <p:txBody>
          <a:bodyPr wrap="square" rtlCol="0">
            <a:spAutoFit/>
          </a:bodyPr>
          <a:lstStyle/>
          <a:p>
            <a:pPr algn="ctr"/>
            <a:r>
              <a:rPr lang="de-DE" sz="2000" u="sng" dirty="0"/>
              <a:t>Prompt</a:t>
            </a:r>
            <a:endParaRPr lang="de-DE" sz="2000" dirty="0"/>
          </a:p>
        </p:txBody>
      </p:sp>
      <p:sp>
        <p:nvSpPr>
          <p:cNvPr id="13" name="Textfeld 12">
            <a:extLst>
              <a:ext uri="{FF2B5EF4-FFF2-40B4-BE49-F238E27FC236}">
                <a16:creationId xmlns:a16="http://schemas.microsoft.com/office/drawing/2014/main" id="{AA2FF646-BF82-753E-5D0A-3DF95EEAB906}"/>
              </a:ext>
            </a:extLst>
          </p:cNvPr>
          <p:cNvSpPr txBox="1"/>
          <p:nvPr/>
        </p:nvSpPr>
        <p:spPr>
          <a:xfrm>
            <a:off x="7854215" y="5685895"/>
            <a:ext cx="1255337" cy="400110"/>
          </a:xfrm>
          <a:prstGeom prst="rect">
            <a:avLst/>
          </a:prstGeom>
          <a:noFill/>
        </p:spPr>
        <p:txBody>
          <a:bodyPr wrap="square" rtlCol="0">
            <a:spAutoFit/>
          </a:bodyPr>
          <a:lstStyle/>
          <a:p>
            <a:pPr algn="ctr"/>
            <a:r>
              <a:rPr lang="de-DE" sz="2000" u="sng" dirty="0"/>
              <a:t>Antwort</a:t>
            </a:r>
          </a:p>
        </p:txBody>
      </p:sp>
      <p:sp>
        <p:nvSpPr>
          <p:cNvPr id="10" name="Textfeld 9">
            <a:extLst>
              <a:ext uri="{FF2B5EF4-FFF2-40B4-BE49-F238E27FC236}">
                <a16:creationId xmlns:a16="http://schemas.microsoft.com/office/drawing/2014/main" id="{16EB974B-BF91-8842-BDED-47DAD96D1B81}"/>
              </a:ext>
            </a:extLst>
          </p:cNvPr>
          <p:cNvSpPr txBox="1"/>
          <p:nvPr/>
        </p:nvSpPr>
        <p:spPr>
          <a:xfrm>
            <a:off x="300197" y="5679087"/>
            <a:ext cx="7554018" cy="923843"/>
          </a:xfrm>
          <a:prstGeom prst="rect">
            <a:avLst/>
          </a:prstGeom>
          <a:solidFill>
            <a:schemeClr val="bg1"/>
          </a:solidFill>
          <a:ln w="25400">
            <a:solidFill>
              <a:schemeClr val="tx1"/>
            </a:solidFill>
          </a:ln>
        </p:spPr>
        <p:txBody>
          <a:bodyPr wrap="square" rtlCol="0" anchor="t" anchorCtr="0">
            <a:noAutofit/>
          </a:bodyPr>
          <a:lstStyle/>
          <a:p>
            <a:r>
              <a:rPr lang="de-DE" sz="1400" dirty="0">
                <a:solidFill>
                  <a:srgbClr val="0070C0"/>
                </a:solidFill>
              </a:rPr>
              <a:t>Der Fremde war dunkel gekleidet und trug eine seltsame Maske, die sein Gesicht verdeckte. Er kam in der Nacht an, als alle Bewohner des Dorfes schliefen, und ging direkt zum alten Schloss, das im Zentrum des Ortes stand.</a:t>
            </a:r>
          </a:p>
          <a:p>
            <a:r>
              <a:rPr lang="de-DE" sz="1400" dirty="0">
                <a:solidFill>
                  <a:srgbClr val="0070C0"/>
                </a:solidFill>
              </a:rPr>
              <a:t>&lt;|</a:t>
            </a:r>
            <a:r>
              <a:rPr lang="de-DE" sz="1400" dirty="0" err="1">
                <a:solidFill>
                  <a:srgbClr val="0070C0"/>
                </a:solidFill>
              </a:rPr>
              <a:t>eot_id</a:t>
            </a:r>
            <a:r>
              <a:rPr lang="de-DE" sz="1400" dirty="0">
                <a:solidFill>
                  <a:srgbClr val="0070C0"/>
                </a:solidFill>
              </a:rPr>
              <a:t>|&gt;</a:t>
            </a:r>
          </a:p>
        </p:txBody>
      </p:sp>
      <p:sp>
        <p:nvSpPr>
          <p:cNvPr id="6" name="Pfeil nach unten 5">
            <a:extLst>
              <a:ext uri="{FF2B5EF4-FFF2-40B4-BE49-F238E27FC236}">
                <a16:creationId xmlns:a16="http://schemas.microsoft.com/office/drawing/2014/main" id="{4AAEDDF0-28C5-4A56-4D13-080AD0893361}"/>
              </a:ext>
            </a:extLst>
          </p:cNvPr>
          <p:cNvSpPr/>
          <p:nvPr/>
        </p:nvSpPr>
        <p:spPr>
          <a:xfrm>
            <a:off x="3895469" y="4618063"/>
            <a:ext cx="363474" cy="955584"/>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sz="1350"/>
          </a:p>
        </p:txBody>
      </p:sp>
      <p:sp>
        <p:nvSpPr>
          <p:cNvPr id="7" name="Textfeld 6">
            <a:extLst>
              <a:ext uri="{FF2B5EF4-FFF2-40B4-BE49-F238E27FC236}">
                <a16:creationId xmlns:a16="http://schemas.microsoft.com/office/drawing/2014/main" id="{ABFC682B-5ACF-7E43-5639-1A0C8777F27B}"/>
              </a:ext>
            </a:extLst>
          </p:cNvPr>
          <p:cNvSpPr txBox="1"/>
          <p:nvPr/>
        </p:nvSpPr>
        <p:spPr>
          <a:xfrm>
            <a:off x="300197" y="1172106"/>
            <a:ext cx="7554018" cy="3340518"/>
          </a:xfrm>
          <a:prstGeom prst="rect">
            <a:avLst/>
          </a:prstGeom>
          <a:solidFill>
            <a:schemeClr val="bg1"/>
          </a:solidFill>
          <a:ln w="25400">
            <a:solidFill>
              <a:schemeClr val="tx1"/>
            </a:solidFill>
          </a:ln>
        </p:spPr>
        <p:txBody>
          <a:bodyPr wrap="square" rtlCol="0" anchor="t" anchorCtr="0">
            <a:noAutofit/>
          </a:bodyPr>
          <a:lstStyle/>
          <a:p>
            <a:r>
              <a:rPr lang="en-US" sz="1400" b="1" dirty="0"/>
              <a:t>&lt;|</a:t>
            </a:r>
            <a:r>
              <a:rPr lang="en-US" sz="1400" b="1" dirty="0" err="1"/>
              <a:t>begin_of_text</a:t>
            </a:r>
            <a:r>
              <a:rPr lang="en-US" sz="1400" b="1" dirty="0"/>
              <a:t>|&gt;</a:t>
            </a:r>
          </a:p>
          <a:p>
            <a:r>
              <a:rPr lang="en-US" sz="1400" b="1" dirty="0"/>
              <a:t>&lt;|</a:t>
            </a:r>
            <a:r>
              <a:rPr lang="en-US" sz="1400" b="1" dirty="0" err="1"/>
              <a:t>start_header_id</a:t>
            </a:r>
            <a:r>
              <a:rPr lang="en-US" sz="1400" b="1" dirty="0"/>
              <a:t>|&gt;system&lt;|</a:t>
            </a:r>
            <a:r>
              <a:rPr lang="en-US" sz="1400" b="1" dirty="0" err="1"/>
              <a:t>end_header_id</a:t>
            </a:r>
            <a:r>
              <a:rPr lang="en-US" sz="1400" b="1" dirty="0"/>
              <a:t>|&gt;</a:t>
            </a:r>
          </a:p>
          <a:p>
            <a:r>
              <a:rPr lang="en-US" sz="1400" dirty="0"/>
              <a:t>Du </a:t>
            </a:r>
            <a:r>
              <a:rPr lang="en-US" sz="1400" dirty="0" err="1"/>
              <a:t>bist</a:t>
            </a:r>
            <a:r>
              <a:rPr lang="en-US" sz="1400" dirty="0"/>
              <a:t> </a:t>
            </a:r>
            <a:r>
              <a:rPr lang="en-US" sz="1400" dirty="0" err="1"/>
              <a:t>ein</a:t>
            </a:r>
            <a:r>
              <a:rPr lang="en-US" sz="1400" dirty="0"/>
              <a:t> </a:t>
            </a:r>
            <a:r>
              <a:rPr lang="en-US" sz="1400" dirty="0" err="1"/>
              <a:t>hilfreicher</a:t>
            </a:r>
            <a:r>
              <a:rPr lang="en-US" sz="1400" dirty="0"/>
              <a:t> </a:t>
            </a:r>
            <a:r>
              <a:rPr lang="en-US" sz="1400" dirty="0" err="1"/>
              <a:t>Assistent</a:t>
            </a:r>
            <a:r>
              <a:rPr lang="en-US" sz="1400" dirty="0"/>
              <a:t>. Gib alle </a:t>
            </a:r>
            <a:r>
              <a:rPr lang="en-US" sz="1400" dirty="0" err="1"/>
              <a:t>Antworten</a:t>
            </a:r>
            <a:r>
              <a:rPr lang="en-US" sz="1400" dirty="0"/>
              <a:t> auf Deutsch!</a:t>
            </a:r>
          </a:p>
          <a:p>
            <a:r>
              <a:rPr lang="en-US" sz="1400" b="1" dirty="0"/>
              <a:t>&lt;|</a:t>
            </a:r>
            <a:r>
              <a:rPr lang="en-US" sz="1400" b="1" dirty="0" err="1"/>
              <a:t>eot_id</a:t>
            </a:r>
            <a:r>
              <a:rPr lang="en-US" sz="1400" b="1" dirty="0"/>
              <a:t>|&gt;</a:t>
            </a:r>
          </a:p>
          <a:p>
            <a:r>
              <a:rPr lang="en-US" sz="1400" b="1" dirty="0"/>
              <a:t>&lt;|</a:t>
            </a:r>
            <a:r>
              <a:rPr lang="en-US" sz="1400" b="1" dirty="0" err="1"/>
              <a:t>start_header_id</a:t>
            </a:r>
            <a:r>
              <a:rPr lang="en-US" sz="1400" b="1" dirty="0"/>
              <a:t>|&gt;user&lt;|</a:t>
            </a:r>
            <a:r>
              <a:rPr lang="en-US" sz="1400" b="1" dirty="0" err="1"/>
              <a:t>end_header_id</a:t>
            </a:r>
            <a:r>
              <a:rPr lang="en-US" sz="1400" b="1" dirty="0"/>
              <a:t>|&gt;</a:t>
            </a:r>
          </a:p>
          <a:p>
            <a:r>
              <a:rPr lang="en-US" sz="1400" dirty="0" err="1">
                <a:solidFill>
                  <a:srgbClr val="FF0000"/>
                </a:solidFill>
              </a:rPr>
              <a:t>Erzähle</a:t>
            </a:r>
            <a:r>
              <a:rPr lang="en-US" sz="1400" dirty="0">
                <a:solidFill>
                  <a:srgbClr val="FF0000"/>
                </a:solidFill>
              </a:rPr>
              <a:t> die </a:t>
            </a:r>
            <a:r>
              <a:rPr lang="en-US" sz="1400" dirty="0" err="1">
                <a:solidFill>
                  <a:srgbClr val="FF0000"/>
                </a:solidFill>
              </a:rPr>
              <a:t>ersten</a:t>
            </a:r>
            <a:r>
              <a:rPr lang="en-US" sz="1400" dirty="0">
                <a:solidFill>
                  <a:srgbClr val="FF0000"/>
                </a:solidFill>
              </a:rPr>
              <a:t> </a:t>
            </a:r>
            <a:r>
              <a:rPr lang="en-US" sz="1400" dirty="0" err="1">
                <a:solidFill>
                  <a:srgbClr val="FF0000"/>
                </a:solidFill>
              </a:rPr>
              <a:t>zwei</a:t>
            </a:r>
            <a:r>
              <a:rPr lang="en-US" sz="1400" dirty="0">
                <a:solidFill>
                  <a:srgbClr val="FF0000"/>
                </a:solidFill>
              </a:rPr>
              <a:t> </a:t>
            </a:r>
            <a:r>
              <a:rPr lang="en-US" sz="1400" dirty="0" err="1">
                <a:solidFill>
                  <a:srgbClr val="FF0000"/>
                </a:solidFill>
              </a:rPr>
              <a:t>Sätze</a:t>
            </a:r>
            <a:r>
              <a:rPr lang="en-US" sz="1400" dirty="0">
                <a:solidFill>
                  <a:srgbClr val="FF0000"/>
                </a:solidFill>
              </a:rPr>
              <a:t> </a:t>
            </a:r>
            <a:r>
              <a:rPr lang="en-US" sz="1400" dirty="0" err="1">
                <a:solidFill>
                  <a:srgbClr val="FF0000"/>
                </a:solidFill>
              </a:rPr>
              <a:t>einer</a:t>
            </a:r>
            <a:r>
              <a:rPr lang="en-US" sz="1400" dirty="0">
                <a:solidFill>
                  <a:srgbClr val="FF0000"/>
                </a:solidFill>
              </a:rPr>
              <a:t> </a:t>
            </a:r>
            <a:r>
              <a:rPr lang="en-US" sz="1400" dirty="0" err="1">
                <a:solidFill>
                  <a:srgbClr val="FF0000"/>
                </a:solidFill>
              </a:rPr>
              <a:t>Geschichte</a:t>
            </a:r>
            <a:r>
              <a:rPr lang="en-US" sz="1400" dirty="0">
                <a:solidFill>
                  <a:srgbClr val="FF0000"/>
                </a:solidFill>
              </a:rPr>
              <a:t>!</a:t>
            </a:r>
          </a:p>
          <a:p>
            <a:r>
              <a:rPr lang="en-US" sz="1400" b="1" dirty="0"/>
              <a:t>&lt;|</a:t>
            </a:r>
            <a:r>
              <a:rPr lang="en-US" sz="1400" b="1" dirty="0" err="1"/>
              <a:t>eot_id</a:t>
            </a:r>
            <a:r>
              <a:rPr lang="en-US" sz="1400" b="1" dirty="0"/>
              <a:t>|&gt;</a:t>
            </a:r>
          </a:p>
          <a:p>
            <a:r>
              <a:rPr lang="en-US" sz="1400" b="1" dirty="0"/>
              <a:t>&lt;|</a:t>
            </a:r>
            <a:r>
              <a:rPr lang="en-US" sz="1400" b="1" dirty="0" err="1"/>
              <a:t>start_header_id</a:t>
            </a:r>
            <a:r>
              <a:rPr lang="en-US" sz="1400" b="1" dirty="0"/>
              <a:t>|&gt;assistant&lt;|</a:t>
            </a:r>
            <a:r>
              <a:rPr lang="en-US" sz="1400" b="1" dirty="0" err="1"/>
              <a:t>end_header_id</a:t>
            </a:r>
            <a:r>
              <a:rPr lang="en-US" sz="1400" b="1" dirty="0"/>
              <a:t>|&gt;</a:t>
            </a:r>
          </a:p>
          <a:p>
            <a:r>
              <a:rPr lang="de-DE" sz="1400" dirty="0">
                <a:solidFill>
                  <a:srgbClr val="0070C0"/>
                </a:solidFill>
              </a:rPr>
              <a:t>In einem kleinen Dorf in der Mitte Deutschlands lebten die Menschen friedlich und ruhig. Doch eines Tages geschah etwas, das alles änderte: Ein mysteriöser Fremder kam nach dem Ort.</a:t>
            </a:r>
            <a:endParaRPr lang="en-US" sz="1400" dirty="0">
              <a:solidFill>
                <a:srgbClr val="0070C0"/>
              </a:solidFill>
            </a:endParaRPr>
          </a:p>
          <a:p>
            <a:r>
              <a:rPr lang="en-US" sz="1400" b="1" dirty="0"/>
              <a:t>&lt;|</a:t>
            </a:r>
            <a:r>
              <a:rPr lang="en-US" sz="1400" b="1" dirty="0" err="1"/>
              <a:t>eot_id</a:t>
            </a:r>
            <a:r>
              <a:rPr lang="en-US" sz="1400" b="1" dirty="0"/>
              <a:t>|&gt;</a:t>
            </a:r>
          </a:p>
          <a:p>
            <a:r>
              <a:rPr lang="en-US" sz="1400" b="1" dirty="0"/>
              <a:t>&lt;|</a:t>
            </a:r>
            <a:r>
              <a:rPr lang="en-US" sz="1400" b="1" dirty="0" err="1"/>
              <a:t>start_header_id</a:t>
            </a:r>
            <a:r>
              <a:rPr lang="en-US" sz="1400" b="1" dirty="0"/>
              <a:t>|&gt;user&lt;|</a:t>
            </a:r>
            <a:r>
              <a:rPr lang="en-US" sz="1400" b="1" dirty="0" err="1"/>
              <a:t>end_header_id</a:t>
            </a:r>
            <a:r>
              <a:rPr lang="en-US" sz="1400" b="1" dirty="0"/>
              <a:t>|&gt;</a:t>
            </a:r>
          </a:p>
          <a:p>
            <a:r>
              <a:rPr lang="de-DE" sz="1400" dirty="0">
                <a:solidFill>
                  <a:srgbClr val="FF0000"/>
                </a:solidFill>
              </a:rPr>
              <a:t>Erzähle die nächsten zwei Sätze der obigen Geschichte!</a:t>
            </a:r>
            <a:endParaRPr lang="en-US" sz="1400" dirty="0">
              <a:solidFill>
                <a:srgbClr val="FF0000"/>
              </a:solidFill>
            </a:endParaRPr>
          </a:p>
          <a:p>
            <a:r>
              <a:rPr lang="en-US" sz="1400" b="1" dirty="0"/>
              <a:t>&lt;|</a:t>
            </a:r>
            <a:r>
              <a:rPr lang="en-US" sz="1400" b="1" dirty="0" err="1"/>
              <a:t>eot_id</a:t>
            </a:r>
            <a:r>
              <a:rPr lang="en-US" sz="1400" b="1" dirty="0"/>
              <a:t>|&gt;</a:t>
            </a:r>
          </a:p>
          <a:p>
            <a:r>
              <a:rPr lang="en-US" sz="1400" b="1" dirty="0"/>
              <a:t>&lt;|</a:t>
            </a:r>
            <a:r>
              <a:rPr lang="en-US" sz="1400" b="1" dirty="0" err="1"/>
              <a:t>start_header_id</a:t>
            </a:r>
            <a:r>
              <a:rPr lang="en-US" sz="1400" b="1" dirty="0"/>
              <a:t>|&gt;assistant&lt;|</a:t>
            </a:r>
            <a:r>
              <a:rPr lang="en-US" sz="1400" b="1" dirty="0" err="1"/>
              <a:t>end_header_id</a:t>
            </a:r>
            <a:r>
              <a:rPr lang="en-US" sz="1400" b="1" dirty="0"/>
              <a:t>|&gt;</a:t>
            </a:r>
          </a:p>
        </p:txBody>
      </p:sp>
      <p:sp>
        <p:nvSpPr>
          <p:cNvPr id="4" name="Titel 10">
            <a:extLst>
              <a:ext uri="{FF2B5EF4-FFF2-40B4-BE49-F238E27FC236}">
                <a16:creationId xmlns:a16="http://schemas.microsoft.com/office/drawing/2014/main" id="{FCA202AB-2709-55F3-0D75-3769054D8CBC}"/>
              </a:ext>
            </a:extLst>
          </p:cNvPr>
          <p:cNvSpPr>
            <a:spLocks noGrp="1"/>
          </p:cNvSpPr>
          <p:nvPr>
            <p:ph type="title"/>
          </p:nvPr>
        </p:nvSpPr>
        <p:spPr>
          <a:xfrm>
            <a:off x="628650" y="170444"/>
            <a:ext cx="7886700" cy="1001661"/>
          </a:xfrm>
        </p:spPr>
        <p:txBody>
          <a:bodyPr/>
          <a:lstStyle/>
          <a:p>
            <a:r>
              <a:rPr lang="de-DE" dirty="0"/>
              <a:t>Chat-Sessions: Frage 2</a:t>
            </a:r>
          </a:p>
        </p:txBody>
      </p:sp>
      <p:grpSp>
        <p:nvGrpSpPr>
          <p:cNvPr id="2" name="Gruppieren 1">
            <a:extLst>
              <a:ext uri="{FF2B5EF4-FFF2-40B4-BE49-F238E27FC236}">
                <a16:creationId xmlns:a16="http://schemas.microsoft.com/office/drawing/2014/main" id="{BDEB1C84-2416-7B98-9519-C1163BBEC8B5}"/>
              </a:ext>
            </a:extLst>
          </p:cNvPr>
          <p:cNvGrpSpPr/>
          <p:nvPr/>
        </p:nvGrpSpPr>
        <p:grpSpPr>
          <a:xfrm>
            <a:off x="8626682" y="6436341"/>
            <a:ext cx="244186" cy="261343"/>
            <a:chOff x="7469579" y="5667163"/>
            <a:chExt cx="427512" cy="389253"/>
          </a:xfrm>
        </p:grpSpPr>
        <p:cxnSp>
          <p:nvCxnSpPr>
            <p:cNvPr id="3" name="Gerader Verbinder 2">
              <a:extLst>
                <a:ext uri="{FF2B5EF4-FFF2-40B4-BE49-F238E27FC236}">
                  <a16:creationId xmlns:a16="http://schemas.microsoft.com/office/drawing/2014/main" id="{E2C19A3E-8EB3-7210-9893-933DFC38B502}"/>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Gerader Verbinder 7">
              <a:extLst>
                <a:ext uri="{FF2B5EF4-FFF2-40B4-BE49-F238E27FC236}">
                  <a16:creationId xmlns:a16="http://schemas.microsoft.com/office/drawing/2014/main" id="{72D3C415-9D16-E115-FBCE-4C02B47FBB53}"/>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14866967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10"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046769D-6B8D-B61B-B3F4-1E45B8A995B5}"/>
            </a:ext>
          </a:extLst>
        </p:cNvPr>
        <p:cNvGrpSpPr/>
        <p:nvPr/>
      </p:nvGrpSpPr>
      <p:grpSpPr>
        <a:xfrm>
          <a:off x="0" y="0"/>
          <a:ext cx="0" cy="0"/>
          <a:chOff x="0" y="0"/>
          <a:chExt cx="0" cy="0"/>
        </a:xfrm>
      </p:grpSpPr>
      <p:sp>
        <p:nvSpPr>
          <p:cNvPr id="4" name="Titel 1">
            <a:extLst>
              <a:ext uri="{FF2B5EF4-FFF2-40B4-BE49-F238E27FC236}">
                <a16:creationId xmlns:a16="http://schemas.microsoft.com/office/drawing/2014/main" id="{23CBA4AE-6CB0-AB4C-724D-2E8AC6B3B156}"/>
              </a:ext>
            </a:extLst>
          </p:cNvPr>
          <p:cNvSpPr txBox="1">
            <a:spLocks/>
          </p:cNvSpPr>
          <p:nvPr/>
        </p:nvSpPr>
        <p:spPr>
          <a:xfrm>
            <a:off x="1679007" y="272614"/>
            <a:ext cx="6136142"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t>Chat-Sessions</a:t>
            </a:r>
          </a:p>
        </p:txBody>
      </p:sp>
      <p:pic>
        <p:nvPicPr>
          <p:cNvPr id="6" name="Grafik 5">
            <a:extLst>
              <a:ext uri="{FF2B5EF4-FFF2-40B4-BE49-F238E27FC236}">
                <a16:creationId xmlns:a16="http://schemas.microsoft.com/office/drawing/2014/main" id="{08AD251E-DEF4-7BBE-39B9-304B516F8181}"/>
              </a:ext>
            </a:extLst>
          </p:cNvPr>
          <p:cNvPicPr>
            <a:picLocks noChangeAspect="1"/>
          </p:cNvPicPr>
          <p:nvPr/>
        </p:nvPicPr>
        <p:blipFill>
          <a:blip r:embed="rId2"/>
          <a:stretch>
            <a:fillRect/>
          </a:stretch>
        </p:blipFill>
        <p:spPr>
          <a:xfrm>
            <a:off x="580571" y="455414"/>
            <a:ext cx="714475" cy="628571"/>
          </a:xfrm>
          <a:prstGeom prst="rect">
            <a:avLst/>
          </a:prstGeom>
        </p:spPr>
      </p:pic>
      <p:sp>
        <p:nvSpPr>
          <p:cNvPr id="11" name="Inhaltsplatzhalter 2">
            <a:extLst>
              <a:ext uri="{FF2B5EF4-FFF2-40B4-BE49-F238E27FC236}">
                <a16:creationId xmlns:a16="http://schemas.microsoft.com/office/drawing/2014/main" id="{3ED6D36E-5886-8DA2-E4DC-92DD5F35F281}"/>
              </a:ext>
            </a:extLst>
          </p:cNvPr>
          <p:cNvSpPr>
            <a:spLocks noGrp="1"/>
          </p:cNvSpPr>
          <p:nvPr>
            <p:ph idx="1"/>
          </p:nvPr>
        </p:nvSpPr>
        <p:spPr>
          <a:xfrm>
            <a:off x="628650" y="1825625"/>
            <a:ext cx="7886700" cy="4351338"/>
          </a:xfrm>
        </p:spPr>
        <p:txBody>
          <a:bodyPr>
            <a:normAutofit/>
          </a:bodyPr>
          <a:lstStyle/>
          <a:p>
            <a:pPr marL="0" indent="0">
              <a:buNone/>
            </a:pPr>
            <a:endParaRPr lang="de-DE" dirty="0"/>
          </a:p>
          <a:p>
            <a:pPr marL="0" indent="0">
              <a:buNone/>
            </a:pPr>
            <a:r>
              <a:rPr lang="de-DE" dirty="0"/>
              <a:t>Lasse Dir die Fortsetzung der Geschichte erzählen!</a:t>
            </a:r>
          </a:p>
        </p:txBody>
      </p:sp>
      <p:grpSp>
        <p:nvGrpSpPr>
          <p:cNvPr id="2" name="Gruppieren 1">
            <a:extLst>
              <a:ext uri="{FF2B5EF4-FFF2-40B4-BE49-F238E27FC236}">
                <a16:creationId xmlns:a16="http://schemas.microsoft.com/office/drawing/2014/main" id="{31A27DB7-D023-AC5B-9D3D-14C89BD6A809}"/>
              </a:ext>
            </a:extLst>
          </p:cNvPr>
          <p:cNvGrpSpPr/>
          <p:nvPr/>
        </p:nvGrpSpPr>
        <p:grpSpPr>
          <a:xfrm>
            <a:off x="8626682" y="6436341"/>
            <a:ext cx="244186" cy="261343"/>
            <a:chOff x="7469579" y="5667163"/>
            <a:chExt cx="427512" cy="389253"/>
          </a:xfrm>
        </p:grpSpPr>
        <p:cxnSp>
          <p:nvCxnSpPr>
            <p:cNvPr id="3" name="Gerader Verbinder 2">
              <a:extLst>
                <a:ext uri="{FF2B5EF4-FFF2-40B4-BE49-F238E27FC236}">
                  <a16:creationId xmlns:a16="http://schemas.microsoft.com/office/drawing/2014/main" id="{AE447346-A246-5369-146C-1A404A1DEDA0}"/>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Gerader Verbinder 4">
              <a:extLst>
                <a:ext uri="{FF2B5EF4-FFF2-40B4-BE49-F238E27FC236}">
                  <a16:creationId xmlns:a16="http://schemas.microsoft.com/office/drawing/2014/main" id="{BD31E134-BFF6-CE51-5DAB-A51F8D0796D8}"/>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033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C3C67A0-0C93-D35C-C272-8B5481B6EF0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F8B5707-F43B-AA13-E6A2-AF9B06750A65}"/>
              </a:ext>
            </a:extLst>
          </p:cNvPr>
          <p:cNvSpPr>
            <a:spLocks noGrp="1"/>
          </p:cNvSpPr>
          <p:nvPr>
            <p:ph type="title"/>
          </p:nvPr>
        </p:nvSpPr>
        <p:spPr/>
        <p:txBody>
          <a:bodyPr vert="horz" lIns="91440" tIns="45720" rIns="91440" bIns="45720" rtlCol="0" anchor="ctr">
            <a:normAutofit/>
          </a:bodyPr>
          <a:lstStyle/>
          <a:p>
            <a:r>
              <a:rPr lang="de-DE" dirty="0"/>
              <a:t>Chat-Sessions mit gpt4all</a:t>
            </a:r>
          </a:p>
        </p:txBody>
      </p:sp>
      <p:sp>
        <p:nvSpPr>
          <p:cNvPr id="3" name="Inhaltsplatzhalter 2">
            <a:extLst>
              <a:ext uri="{FF2B5EF4-FFF2-40B4-BE49-F238E27FC236}">
                <a16:creationId xmlns:a16="http://schemas.microsoft.com/office/drawing/2014/main" id="{4BE40BE5-B502-998E-6980-1F5835BC2ABF}"/>
              </a:ext>
            </a:extLst>
          </p:cNvPr>
          <p:cNvSpPr>
            <a:spLocks noGrp="1"/>
          </p:cNvSpPr>
          <p:nvPr>
            <p:ph idx="1"/>
          </p:nvPr>
        </p:nvSpPr>
        <p:spPr/>
        <p:txBody>
          <a:bodyPr>
            <a:normAutofit/>
          </a:bodyPr>
          <a:lstStyle/>
          <a:p>
            <a:endParaRPr lang="de-DE" dirty="0"/>
          </a:p>
          <a:p>
            <a:r>
              <a:rPr lang="de-DE" dirty="0"/>
              <a:t>Session starten mit Methode </a:t>
            </a:r>
            <a:r>
              <a:rPr lang="de-DE" b="1" dirty="0" err="1"/>
              <a:t>chat_session</a:t>
            </a:r>
            <a:r>
              <a:rPr lang="de-DE" b="1" dirty="0"/>
              <a:t>(</a:t>
            </a:r>
            <a:r>
              <a:rPr lang="de-DE" b="1" dirty="0" err="1"/>
              <a:t>system_prompt:str</a:t>
            </a:r>
            <a:r>
              <a:rPr lang="de-DE" b="1" dirty="0"/>
              <a:t>)</a:t>
            </a:r>
          </a:p>
          <a:p>
            <a:endParaRPr lang="de-DE" dirty="0"/>
          </a:p>
          <a:p>
            <a:r>
              <a:rPr lang="de-DE" dirty="0"/>
              <a:t>Aufruf von </a:t>
            </a:r>
            <a:r>
              <a:rPr lang="de-DE" dirty="0" err="1"/>
              <a:t>chat_session</a:t>
            </a:r>
            <a:r>
              <a:rPr lang="de-DE" dirty="0"/>
              <a:t>() in </a:t>
            </a:r>
            <a:r>
              <a:rPr lang="de-DE" b="1" dirty="0" err="1"/>
              <a:t>with</a:t>
            </a:r>
            <a:r>
              <a:rPr lang="de-DE" dirty="0"/>
              <a:t>-Kopf!</a:t>
            </a:r>
          </a:p>
          <a:p>
            <a:endParaRPr lang="de-DE" dirty="0"/>
          </a:p>
          <a:p>
            <a:r>
              <a:rPr lang="de-DE" dirty="0"/>
              <a:t>Mehrere Aufrufe von </a:t>
            </a:r>
            <a:r>
              <a:rPr lang="de-DE" b="1" dirty="0" err="1"/>
              <a:t>generate</a:t>
            </a:r>
            <a:r>
              <a:rPr lang="de-DE" b="1" dirty="0"/>
              <a:t>()</a:t>
            </a:r>
            <a:r>
              <a:rPr lang="de-DE" dirty="0"/>
              <a:t> innerhalb des </a:t>
            </a:r>
            <a:r>
              <a:rPr lang="de-DE" b="1" dirty="0" err="1"/>
              <a:t>with</a:t>
            </a:r>
            <a:r>
              <a:rPr lang="de-DE" dirty="0"/>
              <a:t>-Blocks!</a:t>
            </a:r>
          </a:p>
          <a:p>
            <a:endParaRPr lang="de-DE" dirty="0"/>
          </a:p>
        </p:txBody>
      </p:sp>
      <p:grpSp>
        <p:nvGrpSpPr>
          <p:cNvPr id="4" name="Gruppieren 3">
            <a:extLst>
              <a:ext uri="{FF2B5EF4-FFF2-40B4-BE49-F238E27FC236}">
                <a16:creationId xmlns:a16="http://schemas.microsoft.com/office/drawing/2014/main" id="{69C78D5D-F867-EA77-B8CB-A25235F9F268}"/>
              </a:ext>
            </a:extLst>
          </p:cNvPr>
          <p:cNvGrpSpPr/>
          <p:nvPr/>
        </p:nvGrpSpPr>
        <p:grpSpPr>
          <a:xfrm>
            <a:off x="8626682" y="6436341"/>
            <a:ext cx="244186" cy="261343"/>
            <a:chOff x="7469579" y="5667163"/>
            <a:chExt cx="427512" cy="389253"/>
          </a:xfrm>
        </p:grpSpPr>
        <p:cxnSp>
          <p:nvCxnSpPr>
            <p:cNvPr id="5" name="Gerader Verbinder 4">
              <a:extLst>
                <a:ext uri="{FF2B5EF4-FFF2-40B4-BE49-F238E27FC236}">
                  <a16:creationId xmlns:a16="http://schemas.microsoft.com/office/drawing/2014/main" id="{F909CCEF-2F94-D909-AB11-5A44914DE3AB}"/>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C506C04A-9958-A464-5721-F80E56816CAB}"/>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2152348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FAAF8F6-31E1-788D-855A-FA1DA3F98462}"/>
            </a:ext>
          </a:extLst>
        </p:cNvPr>
        <p:cNvGrpSpPr/>
        <p:nvPr/>
      </p:nvGrpSpPr>
      <p:grpSpPr>
        <a:xfrm>
          <a:off x="0" y="0"/>
          <a:ext cx="0" cy="0"/>
          <a:chOff x="0" y="0"/>
          <a:chExt cx="0" cy="0"/>
        </a:xfrm>
      </p:grpSpPr>
      <p:sp>
        <p:nvSpPr>
          <p:cNvPr id="4" name="Titel 1">
            <a:extLst>
              <a:ext uri="{FF2B5EF4-FFF2-40B4-BE49-F238E27FC236}">
                <a16:creationId xmlns:a16="http://schemas.microsoft.com/office/drawing/2014/main" id="{02A18517-0E2E-382D-D017-797A0E8D8016}"/>
              </a:ext>
            </a:extLst>
          </p:cNvPr>
          <p:cNvSpPr txBox="1">
            <a:spLocks/>
          </p:cNvSpPr>
          <p:nvPr/>
        </p:nvSpPr>
        <p:spPr>
          <a:xfrm>
            <a:off x="1679007" y="272614"/>
            <a:ext cx="6136142"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t>Chat-Sessions mit gpt4all</a:t>
            </a:r>
          </a:p>
        </p:txBody>
      </p:sp>
      <p:pic>
        <p:nvPicPr>
          <p:cNvPr id="6" name="Grafik 5">
            <a:extLst>
              <a:ext uri="{FF2B5EF4-FFF2-40B4-BE49-F238E27FC236}">
                <a16:creationId xmlns:a16="http://schemas.microsoft.com/office/drawing/2014/main" id="{144D858A-3DFD-C708-821F-EA76E0159C6D}"/>
              </a:ext>
            </a:extLst>
          </p:cNvPr>
          <p:cNvPicPr>
            <a:picLocks noChangeAspect="1"/>
          </p:cNvPicPr>
          <p:nvPr/>
        </p:nvPicPr>
        <p:blipFill>
          <a:blip r:embed="rId2"/>
          <a:stretch>
            <a:fillRect/>
          </a:stretch>
        </p:blipFill>
        <p:spPr>
          <a:xfrm>
            <a:off x="580571" y="455414"/>
            <a:ext cx="714475" cy="628571"/>
          </a:xfrm>
          <a:prstGeom prst="rect">
            <a:avLst/>
          </a:prstGeom>
        </p:spPr>
      </p:pic>
      <p:sp>
        <p:nvSpPr>
          <p:cNvPr id="11" name="Inhaltsplatzhalter 2">
            <a:extLst>
              <a:ext uri="{FF2B5EF4-FFF2-40B4-BE49-F238E27FC236}">
                <a16:creationId xmlns:a16="http://schemas.microsoft.com/office/drawing/2014/main" id="{BD0B9A2B-9F2A-F903-D62D-DE0C915FDA4E}"/>
              </a:ext>
            </a:extLst>
          </p:cNvPr>
          <p:cNvSpPr>
            <a:spLocks noGrp="1"/>
          </p:cNvSpPr>
          <p:nvPr>
            <p:ph idx="1"/>
          </p:nvPr>
        </p:nvSpPr>
        <p:spPr>
          <a:xfrm>
            <a:off x="628650" y="1825625"/>
            <a:ext cx="7886700" cy="4351338"/>
          </a:xfrm>
        </p:spPr>
        <p:txBody>
          <a:bodyPr>
            <a:normAutofit fontScale="85000" lnSpcReduction="20000"/>
          </a:bodyPr>
          <a:lstStyle/>
          <a:p>
            <a:r>
              <a:rPr lang="de-DE" dirty="0"/>
              <a:t>Verwende die Methode: </a:t>
            </a:r>
            <a:r>
              <a:rPr lang="de-DE" b="1" dirty="0" err="1"/>
              <a:t>chat_session</a:t>
            </a:r>
            <a:r>
              <a:rPr lang="de-DE" b="1" dirty="0"/>
              <a:t>(</a:t>
            </a:r>
            <a:r>
              <a:rPr lang="de-DE" b="1" dirty="0" err="1"/>
              <a:t>system_prompt:str</a:t>
            </a:r>
            <a:r>
              <a:rPr lang="de-DE" b="1" dirty="0"/>
              <a:t>) </a:t>
            </a:r>
            <a:r>
              <a:rPr lang="de-DE" dirty="0"/>
              <a:t>!</a:t>
            </a:r>
          </a:p>
          <a:p>
            <a:endParaRPr lang="de-DE" dirty="0"/>
          </a:p>
          <a:p>
            <a:r>
              <a:rPr lang="de-DE" dirty="0"/>
              <a:t>Eingaben:</a:t>
            </a:r>
          </a:p>
          <a:p>
            <a:pPr lvl="1"/>
            <a:r>
              <a:rPr lang="de-DE" b="1" dirty="0"/>
              <a:t>System-Prompt</a:t>
            </a:r>
            <a:r>
              <a:rPr lang="de-DE" u="sng" dirty="0"/>
              <a:t>: </a:t>
            </a:r>
            <a:br>
              <a:rPr lang="de-DE" dirty="0"/>
            </a:br>
            <a:r>
              <a:rPr lang="de-DE" dirty="0"/>
              <a:t>„Du bist ein hilfreicher Assistent. Gib alle Antworten auf Deutsch!“</a:t>
            </a:r>
          </a:p>
          <a:p>
            <a:pPr lvl="1"/>
            <a:r>
              <a:rPr lang="de-DE" b="1" dirty="0"/>
              <a:t>Frage 1: </a:t>
            </a:r>
            <a:br>
              <a:rPr lang="de-DE" dirty="0"/>
            </a:br>
            <a:r>
              <a:rPr lang="de-DE" dirty="0"/>
              <a:t>„Was ist die Hauptstadt von Frankreich?“</a:t>
            </a:r>
          </a:p>
          <a:p>
            <a:pPr lvl="1"/>
            <a:r>
              <a:rPr lang="de-DE" b="1" dirty="0"/>
              <a:t>Frage 2: </a:t>
            </a:r>
            <a:br>
              <a:rPr lang="de-DE" dirty="0"/>
            </a:br>
            <a:r>
              <a:rPr lang="de-DE" dirty="0"/>
              <a:t>„Erzähle die ersten zwei Sätze einer Geschichte!“</a:t>
            </a:r>
          </a:p>
          <a:p>
            <a:pPr lvl="1"/>
            <a:r>
              <a:rPr lang="de-DE" b="1" dirty="0"/>
              <a:t>Frage 3: </a:t>
            </a:r>
            <a:br>
              <a:rPr lang="de-DE" dirty="0"/>
            </a:br>
            <a:r>
              <a:rPr lang="de-DE" dirty="0"/>
              <a:t>„Setze die Geschichte mit zwei weiteren Sätzen fort!“</a:t>
            </a:r>
          </a:p>
          <a:p>
            <a:pPr lvl="1"/>
            <a:r>
              <a:rPr lang="de-DE" b="1" dirty="0"/>
              <a:t>Frage 4: </a:t>
            </a:r>
            <a:br>
              <a:rPr lang="de-DE" dirty="0"/>
            </a:br>
            <a:r>
              <a:rPr lang="de-DE" dirty="0"/>
              <a:t>„Die nächsten zwei Sätze bitte.“</a:t>
            </a:r>
          </a:p>
          <a:p>
            <a:pPr lvl="1"/>
            <a:endParaRPr lang="de-DE" dirty="0"/>
          </a:p>
        </p:txBody>
      </p:sp>
      <p:grpSp>
        <p:nvGrpSpPr>
          <p:cNvPr id="2" name="Gruppieren 1">
            <a:extLst>
              <a:ext uri="{FF2B5EF4-FFF2-40B4-BE49-F238E27FC236}">
                <a16:creationId xmlns:a16="http://schemas.microsoft.com/office/drawing/2014/main" id="{0485DF40-95FF-CE7C-6710-F0F6874DDD26}"/>
              </a:ext>
            </a:extLst>
          </p:cNvPr>
          <p:cNvGrpSpPr/>
          <p:nvPr/>
        </p:nvGrpSpPr>
        <p:grpSpPr>
          <a:xfrm>
            <a:off x="8626682" y="6436341"/>
            <a:ext cx="244186" cy="261343"/>
            <a:chOff x="7469579" y="5667163"/>
            <a:chExt cx="427512" cy="389253"/>
          </a:xfrm>
        </p:grpSpPr>
        <p:cxnSp>
          <p:nvCxnSpPr>
            <p:cNvPr id="3" name="Gerader Verbinder 2">
              <a:extLst>
                <a:ext uri="{FF2B5EF4-FFF2-40B4-BE49-F238E27FC236}">
                  <a16:creationId xmlns:a16="http://schemas.microsoft.com/office/drawing/2014/main" id="{544AC61A-24A0-D1DB-DB93-16790F926145}"/>
                </a:ext>
              </a:extLst>
            </p:cNvPr>
            <p:cNvCxnSpPr/>
            <p:nvPr/>
          </p:nvCxnSpPr>
          <p:spPr>
            <a:xfrm>
              <a:off x="7469579" y="5898696"/>
              <a:ext cx="142504" cy="15772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Gerader Verbinder 4">
              <a:extLst>
                <a:ext uri="{FF2B5EF4-FFF2-40B4-BE49-F238E27FC236}">
                  <a16:creationId xmlns:a16="http://schemas.microsoft.com/office/drawing/2014/main" id="{A46F17B8-72A7-5D99-55F0-E4C2C12DC051}"/>
                </a:ext>
              </a:extLst>
            </p:cNvPr>
            <p:cNvCxnSpPr>
              <a:cxnSpLocks/>
            </p:cNvCxnSpPr>
            <p:nvPr/>
          </p:nvCxnSpPr>
          <p:spPr>
            <a:xfrm flipV="1">
              <a:off x="7621979" y="5667163"/>
              <a:ext cx="275112" cy="38393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6148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0fccd68-e70c-4ca9-a5f3-578bd11b7b2a}" enabled="1" method="Standard" siteId="{9ed03616-b286-4785-a82d-495ca5dfdbf6}" contentBits="0"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1088</Words>
  <Application>Microsoft Office PowerPoint</Application>
  <PresentationFormat>Bildschirmpräsentation (4:3)</PresentationFormat>
  <Paragraphs>183</Paragraphs>
  <Slides>19</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19</vt:i4>
      </vt:variant>
    </vt:vector>
  </HeadingPairs>
  <TitlesOfParts>
    <vt:vector size="24" baseType="lpstr">
      <vt:lpstr>Aptos</vt:lpstr>
      <vt:lpstr>Aptos Display</vt:lpstr>
      <vt:lpstr>Arial</vt:lpstr>
      <vt:lpstr>Times New Roman</vt:lpstr>
      <vt:lpstr>Office</vt:lpstr>
      <vt:lpstr>Lokale Sprachmodelle</vt:lpstr>
      <vt:lpstr>Arbeitsweise</vt:lpstr>
      <vt:lpstr>Python vorbereiten</vt:lpstr>
      <vt:lpstr>PowerPoint-Präsentation</vt:lpstr>
      <vt:lpstr>Die Klasse gpt4all.GPT4All </vt:lpstr>
      <vt:lpstr>PowerPoint-Präsentation</vt:lpstr>
      <vt:lpstr>Parameter: temp, max_tokens</vt:lpstr>
      <vt:lpstr>PowerPoint-Präsentation</vt:lpstr>
      <vt:lpstr>Streaming</vt:lpstr>
      <vt:lpstr>PowerPoint-Präsentation</vt:lpstr>
      <vt:lpstr>Prompt-Engineering</vt:lpstr>
      <vt:lpstr>Prompt-Engineering für Llama-3-Modelle</vt:lpstr>
      <vt:lpstr>PowerPoint-Präsentation</vt:lpstr>
      <vt:lpstr>PowerPoint-Präsentation</vt:lpstr>
      <vt:lpstr>Chat-Sessions: Frage 1</vt:lpstr>
      <vt:lpstr>Chat-Sessions: Frage 2</vt:lpstr>
      <vt:lpstr>PowerPoint-Präsentation</vt:lpstr>
      <vt:lpstr>Chat-Sessions mit gpt4all</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 - Sprachmodelle</dc:title>
  <dc:creator>Andreas Bauer</dc:creator>
  <cp:lastModifiedBy>Andreas Bauer</cp:lastModifiedBy>
  <cp:revision>378</cp:revision>
  <dcterms:created xsi:type="dcterms:W3CDTF">2025-07-05T09:42:04Z</dcterms:created>
  <dcterms:modified xsi:type="dcterms:W3CDTF">2026-05-24T10:47:40Z</dcterms:modified>
</cp:coreProperties>
</file>